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8" r:id="rId1"/>
  </p:sldMasterIdLst>
  <p:sldIdLst>
    <p:sldId id="260" r:id="rId2"/>
    <p:sldId id="257" r:id="rId3"/>
    <p:sldId id="261" r:id="rId4"/>
    <p:sldId id="258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4D55669-8163-4E7B-9B33-9EB3CCF472D0}" v="1" dt="2026-03-16T18:04:28.65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660"/>
  </p:normalViewPr>
  <p:slideViewPr>
    <p:cSldViewPr snapToGrid="0">
      <p:cViewPr varScale="1">
        <p:scale>
          <a:sx n="90" d="100"/>
          <a:sy n="90" d="100"/>
        </p:scale>
        <p:origin x="1104" y="29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FB6AA-7018-4BD5-9B9D-C660A7DACD0A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F3E610-1FA7-40BA-8FBC-FDBE586CA2BC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6438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FB6AA-7018-4BD5-9B9D-C660A7DACD0A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F3E610-1FA7-40BA-8FBC-FDBE586CA2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852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FB6AA-7018-4BD5-9B9D-C660A7DACD0A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F3E610-1FA7-40BA-8FBC-FDBE586CA2BC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63542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FB6AA-7018-4BD5-9B9D-C660A7DACD0A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F3E610-1FA7-40BA-8FBC-FDBE586CA2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2359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FB6AA-7018-4BD5-9B9D-C660A7DACD0A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F3E610-1FA7-40BA-8FBC-FDBE586CA2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8926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FB6AA-7018-4BD5-9B9D-C660A7DACD0A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F3E610-1FA7-40BA-8FBC-FDBE586CA2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8334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FB6AA-7018-4BD5-9B9D-C660A7DACD0A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F3E610-1FA7-40BA-8FBC-FDBE586CA2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12289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C8BFB6AA-7018-4BD5-9B9D-C660A7DACD0A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7F3E610-1FA7-40BA-8FBC-FDBE586CA2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2866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FB6AA-7018-4BD5-9B9D-C660A7DACD0A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F3E610-1FA7-40BA-8FBC-FDBE586CA2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0960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FB6AA-7018-4BD5-9B9D-C660A7DACD0A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F3E610-1FA7-40BA-8FBC-FDBE586CA2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706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FB6AA-7018-4BD5-9B9D-C660A7DACD0A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F3E610-1FA7-40BA-8FBC-FDBE586CA2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765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C8BFB6AA-7018-4BD5-9B9D-C660A7DACD0A}" type="datetimeFigureOut">
              <a:rPr lang="en-US" smtClean="0"/>
              <a:t>3/15/2026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67F3E610-1FA7-40BA-8FBC-FDBE586CA2BC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0885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9" r:id="rId1"/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ermaid.ai/d/8fe5c9ae-c8ac-4754-98fd-268ae3ceeef7" TargetMode="External"/><Relationship Id="rId2" Type="http://schemas.openxmlformats.org/officeDocument/2006/relationships/slideLayout" Target="../slideLayouts/slideLayout9.xml"/><Relationship Id="rId1" Type="http://schemas.openxmlformats.org/officeDocument/2006/relationships/tags" Target="../tags/tag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7B59F-FA52-8816-1B11-4A76D81D9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8B8E9-D3CE-4524-9BC9-A1E235A8F8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0693" y="609601"/>
            <a:ext cx="9440034" cy="1772356"/>
          </a:xfrm>
        </p:spPr>
        <p:txBody>
          <a:bodyPr>
            <a:normAutofit/>
          </a:bodyPr>
          <a:lstStyle/>
          <a:p>
            <a:r>
              <a:rPr lang="en-US" i="1" cap="all" dirty="0">
                <a:effectLst/>
              </a:rPr>
              <a:t>Etch</a:t>
            </a:r>
            <a:r>
              <a:rPr lang="en-US" cap="all" dirty="0">
                <a:effectLst/>
              </a:rPr>
              <a:t>-</a:t>
            </a:r>
            <a:r>
              <a:rPr lang="en-US" b="1" cap="all" dirty="0">
                <a:effectLst/>
              </a:rPr>
              <a:t>AI</a:t>
            </a:r>
            <a:r>
              <a:rPr lang="en-US" cap="all" dirty="0">
                <a:effectLst/>
              </a:rPr>
              <a:t>-</a:t>
            </a:r>
            <a:r>
              <a:rPr lang="en-US" i="1" cap="all" dirty="0">
                <a:effectLst/>
              </a:rPr>
              <a:t>Sketch</a:t>
            </a:r>
            <a:r>
              <a:rPr lang="en-US" cap="all" dirty="0">
                <a:effectLst/>
              </a:rPr>
              <a:t> 🎨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417BCB-7E3D-D887-112F-18059B7BFD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0693" y="2381957"/>
            <a:ext cx="9440034" cy="1047043"/>
          </a:xfrm>
        </p:spPr>
        <p:txBody>
          <a:bodyPr>
            <a:normAutofit/>
          </a:bodyPr>
          <a:lstStyle/>
          <a:p>
            <a:r>
              <a:rPr lang="en-US" cap="all" dirty="0">
                <a:effectLst/>
              </a:rPr>
              <a:t>🥊 Round 1</a:t>
            </a:r>
          </a:p>
          <a:p>
            <a:r>
              <a:rPr lang="en-US" b="1" dirty="0">
                <a:effectLst/>
              </a:rPr>
              <a:t>Platform-to-platform shootout at "Vibe-Diagramming"</a:t>
            </a:r>
            <a:endParaRPr lang="en-US" dirty="0">
              <a:effectLst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CEB1E7-B28D-5F99-2CF9-ED43C436DE0A}"/>
              </a:ext>
            </a:extLst>
          </p:cNvPr>
          <p:cNvSpPr txBox="1"/>
          <p:nvPr/>
        </p:nvSpPr>
        <p:spPr>
          <a:xfrm>
            <a:off x="1381274" y="3428999"/>
            <a:ext cx="9783438" cy="1754326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r>
              <a:rPr lang="en-US" b="1" dirty="0">
                <a:latin typeface="+mj-lt"/>
              </a:rPr>
              <a:t>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Same challenge, different model instincts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test was not just correctness it was taste, hierarchy, and visual honesty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 other words: can the model diagram the messy truth instead of a fake happy path?</a:t>
            </a:r>
          </a:p>
          <a:p>
            <a:r>
              <a:rPr lang="en-US" b="1" dirty="0">
                <a:latin typeface="+mj-lt"/>
              </a:rPr>
              <a:t>Judge’s lens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Clarity in 5 seconds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Honest loopbacks and forks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Visual hierarchy without clutter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“Would I actually use this?” factor</a:t>
            </a:r>
          </a:p>
        </p:txBody>
      </p:sp>
    </p:spTree>
    <p:extLst>
      <p:ext uri="{BB962C8B-B14F-4D97-AF65-F5344CB8AC3E}">
        <p14:creationId xmlns:p14="http://schemas.microsoft.com/office/powerpoint/2010/main" val="3805805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7D379150-F6B4-45C8-BE10-6B278AD40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FFCF544-A370-4A5D-A95F-CA6E0E7191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EEB3B97-A638-498B-8083-54191CE71E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7EE378F3-9642-471B-8215-AA32884221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405F82-F7FB-4124-AE2B-3D69A007C1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" y="0"/>
            <a:ext cx="754787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550019-197A-AB6B-48A5-C630527B4A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516835"/>
            <a:ext cx="5977937" cy="166650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 b="1" dirty="0"/>
              <a:t>Copilot</a:t>
            </a:r>
            <a:r>
              <a:rPr lang="en-US" sz="4000" dirty="0"/>
              <a:t>’s V1 Design</a:t>
            </a:r>
            <a:br>
              <a:rPr lang="en-US" sz="4000" dirty="0"/>
            </a:br>
            <a:r>
              <a:rPr lang="en-US" sz="2800" i="1" dirty="0"/>
              <a:t>(using GPT 5.4 Thinking)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614458-B617-C53B-C432-896811DED5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97279" y="2236304"/>
            <a:ext cx="5977938" cy="3652667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en-US" sz="1800" b="1"/>
              <a:t>What to notice</a:t>
            </a:r>
          </a:p>
          <a:p>
            <a:pPr marL="285750" indent="-285750">
              <a:buFont typeface="Calibri" panose="020F0502020204030204" pitchFamily="34" charset="0"/>
              <a:buChar char="•"/>
            </a:pPr>
            <a:r>
              <a:rPr lang="en-US" sz="1800"/>
              <a:t>Strong architectural framing</a:t>
            </a:r>
          </a:p>
          <a:p>
            <a:pPr marL="285750" indent="-285750">
              <a:buFont typeface="Calibri" panose="020F0502020204030204" pitchFamily="34" charset="0"/>
              <a:buChar char="•"/>
            </a:pPr>
            <a:r>
              <a:rPr lang="en-US" sz="1800"/>
              <a:t>Clear phase separation</a:t>
            </a:r>
          </a:p>
          <a:p>
            <a:pPr marL="285750" indent="-285750">
              <a:buFont typeface="Calibri" panose="020F0502020204030204" pitchFamily="34" charset="0"/>
              <a:buChar char="•"/>
            </a:pPr>
            <a:r>
              <a:rPr lang="en-US" sz="1800"/>
              <a:t>Feels the most like a deliverable, not just an answer</a:t>
            </a:r>
            <a:br>
              <a:rPr lang="en-US" sz="1800"/>
            </a:br>
            <a:br>
              <a:rPr lang="en-US" sz="1800"/>
            </a:br>
            <a:r>
              <a:rPr lang="en-US" sz="1800" b="1"/>
              <a:t>Judge’s note</a:t>
            </a:r>
            <a:br>
              <a:rPr lang="en-US" sz="1800"/>
            </a:br>
            <a:r>
              <a:rPr lang="en-US" sz="1800"/>
              <a:t>A practical, presentation-ready interpretation with solid system thinking and clean screenshot value.</a:t>
            </a:r>
          </a:p>
          <a:p>
            <a:r>
              <a:rPr lang="en-US" sz="1800">
                <a:hlinkClick r:id="rId3"/>
              </a:rPr>
              <a:t>🌐 Copilot V1</a:t>
            </a:r>
            <a:endParaRPr lang="en-US" sz="180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AAE29FD-C3A6-46E4-BF94-132A4C4EE2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47894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418622D-E06C-080B-F833-38B5DBCFC26B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8686371" y="630202"/>
            <a:ext cx="2425474" cy="55758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4135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8AFFC-CD5F-4E38-BDCD-13497B6BD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58E1D-73B0-3B5F-CA51-37C82DB04B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0693" y="609601"/>
            <a:ext cx="9440034" cy="1772356"/>
          </a:xfrm>
        </p:spPr>
        <p:txBody>
          <a:bodyPr>
            <a:normAutofit/>
          </a:bodyPr>
          <a:lstStyle/>
          <a:p>
            <a:r>
              <a:rPr lang="en-US" i="1" cap="all" dirty="0">
                <a:effectLst/>
              </a:rPr>
              <a:t>Etch</a:t>
            </a:r>
            <a:r>
              <a:rPr lang="en-US" cap="all" dirty="0">
                <a:effectLst/>
              </a:rPr>
              <a:t>-</a:t>
            </a:r>
            <a:r>
              <a:rPr lang="en-US" b="1" cap="all" dirty="0">
                <a:effectLst/>
              </a:rPr>
              <a:t>AI</a:t>
            </a:r>
            <a:r>
              <a:rPr lang="en-US" cap="all" dirty="0">
                <a:effectLst/>
              </a:rPr>
              <a:t>-</a:t>
            </a:r>
            <a:r>
              <a:rPr lang="en-US" i="1" cap="all" dirty="0">
                <a:effectLst/>
              </a:rPr>
              <a:t>Sketch</a:t>
            </a:r>
            <a:r>
              <a:rPr lang="en-US" cap="all" dirty="0">
                <a:effectLst/>
              </a:rPr>
              <a:t> 🎨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B3289C-A2CD-BA33-A666-942D4102D0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0693" y="2381957"/>
            <a:ext cx="9440034" cy="1047043"/>
          </a:xfrm>
        </p:spPr>
        <p:txBody>
          <a:bodyPr>
            <a:normAutofit/>
          </a:bodyPr>
          <a:lstStyle/>
          <a:p>
            <a:r>
              <a:rPr lang="en-US" cap="all" dirty="0">
                <a:effectLst/>
              </a:rPr>
              <a:t>🥊 Round 2</a:t>
            </a:r>
          </a:p>
          <a:p>
            <a:r>
              <a:rPr lang="en-US" b="1" dirty="0">
                <a:effectLst/>
              </a:rPr>
              <a:t>Platform-to-platform shootout at "Vibe-Diagramming"</a:t>
            </a:r>
            <a:endParaRPr lang="en-US" dirty="0">
              <a:effectLst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3E0347-73A5-89B8-2DD8-F4E6A2A4217B}"/>
              </a:ext>
            </a:extLst>
          </p:cNvPr>
          <p:cNvSpPr txBox="1"/>
          <p:nvPr/>
        </p:nvSpPr>
        <p:spPr>
          <a:xfrm>
            <a:off x="1381274" y="3428999"/>
            <a:ext cx="9783438" cy="1754326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r>
              <a:rPr lang="en-US" b="1" dirty="0">
                <a:latin typeface="+mj-lt"/>
              </a:rPr>
              <a:t>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Same challenge, different model instincts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test was not just correctness it was taste, hierarchy, and visual honesty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 other words: can the model diagram the messy truth instead of a fake happy path?</a:t>
            </a:r>
          </a:p>
          <a:p>
            <a:r>
              <a:rPr lang="en-US" b="1" dirty="0">
                <a:latin typeface="+mj-lt"/>
              </a:rPr>
              <a:t>Judge’s lens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Clarity in 5 seconds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Honest loopbacks and forks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Visual hierarchy without clutter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“Would I actually use this?” factor</a:t>
            </a:r>
          </a:p>
        </p:txBody>
      </p:sp>
    </p:spTree>
    <p:extLst>
      <p:ext uri="{BB962C8B-B14F-4D97-AF65-F5344CB8AC3E}">
        <p14:creationId xmlns:p14="http://schemas.microsoft.com/office/powerpoint/2010/main" val="962104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B63CC-B47B-3DF0-256A-84FC6E840E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0693" y="609601"/>
            <a:ext cx="9440034" cy="1772356"/>
          </a:xfrm>
        </p:spPr>
        <p:txBody>
          <a:bodyPr>
            <a:normAutofit/>
          </a:bodyPr>
          <a:lstStyle/>
          <a:p>
            <a:r>
              <a:rPr lang="en-US" i="1" cap="all" dirty="0">
                <a:effectLst/>
              </a:rPr>
              <a:t>Etch</a:t>
            </a:r>
            <a:r>
              <a:rPr lang="en-US" cap="all" dirty="0">
                <a:effectLst/>
              </a:rPr>
              <a:t>-</a:t>
            </a:r>
            <a:r>
              <a:rPr lang="en-US" b="1" cap="all" dirty="0">
                <a:effectLst/>
              </a:rPr>
              <a:t>AI</a:t>
            </a:r>
            <a:r>
              <a:rPr lang="en-US" cap="all" dirty="0">
                <a:effectLst/>
              </a:rPr>
              <a:t>-</a:t>
            </a:r>
            <a:r>
              <a:rPr lang="en-US" i="1" cap="all" dirty="0">
                <a:effectLst/>
              </a:rPr>
              <a:t>Sketch</a:t>
            </a:r>
            <a:r>
              <a:rPr lang="en-US" cap="all" dirty="0">
                <a:effectLst/>
              </a:rPr>
              <a:t> 🎨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A7458A-F527-BB12-DB9D-11B1600303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0693" y="2381957"/>
            <a:ext cx="9440034" cy="1047043"/>
          </a:xfrm>
        </p:spPr>
        <p:txBody>
          <a:bodyPr>
            <a:normAutofit/>
          </a:bodyPr>
          <a:lstStyle/>
          <a:p>
            <a:r>
              <a:rPr lang="en-US" cap="all" dirty="0">
                <a:effectLst/>
              </a:rPr>
              <a:t>Final Read - What this contest measured</a:t>
            </a:r>
          </a:p>
          <a:p>
            <a:r>
              <a:rPr lang="en-US" b="1" dirty="0">
                <a:effectLst/>
              </a:rPr>
              <a:t>Not just diagramming.</a:t>
            </a:r>
            <a:endParaRPr lang="en-US" dirty="0">
              <a:effectLst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8AA95D-E324-AE36-385F-7466B68DC77E}"/>
              </a:ext>
            </a:extLst>
          </p:cNvPr>
          <p:cNvSpPr txBox="1"/>
          <p:nvPr/>
        </p:nvSpPr>
        <p:spPr>
          <a:xfrm>
            <a:off x="1381274" y="3428999"/>
            <a:ext cx="9783438" cy="1754326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r>
              <a:rPr lang="en-US" b="1" dirty="0">
                <a:latin typeface="+mj-lt"/>
              </a:rPr>
              <a:t>Premise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Same challenge, different model instincts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test was not just correctness it was taste, hierarchy, and visual honesty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 other words: can the model diagram the messy truth instead of a fake happy path?</a:t>
            </a:r>
          </a:p>
          <a:p>
            <a:r>
              <a:rPr lang="en-US" b="1" dirty="0">
                <a:latin typeface="+mj-lt"/>
              </a:rPr>
              <a:t>Judge’s lens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Clarity in 5 seconds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Honest loopbacks and forks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Visual hierarchy without clutter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“Would I actually use this?” factor</a:t>
            </a:r>
          </a:p>
        </p:txBody>
      </p:sp>
    </p:spTree>
    <p:extLst>
      <p:ext uri="{BB962C8B-B14F-4D97-AF65-F5344CB8AC3E}">
        <p14:creationId xmlns:p14="http://schemas.microsoft.com/office/powerpoint/2010/main" val="4476195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CDIAGRAM" val="mcDiagram:25d9e851-f712-4f1d-accf-4ee7e2a76413:8fe5c9ae-c8ac-4754-98fd-268ae3ceeef7:0:1"/>
  <p:tag name="MC:BASE64" val="iVBORw0KGgoAAAANSUhEUgAABoUAAA8ACAIAAACqOJOqAAAQAElEQVR4nOzdB2AUxR7H8c2lNwiE3gJIL9J7702kKUgTFRQEEVApUqQjiiIggtKkd+lI77333kuoCaSRerm8f25gvZeEECAcIXw/L96bm5vdnZ07gvdzdscuKipKAwAAAAAAAGAVdhoAAAAAAAAAayGPAwAAAAAAAKyHPA4AAAAAAACwHvI4AAAAAAAAwHrI4wAAAAAAAADrIY8DAAAAAAAArOfZeVxUVJQGAG8fGxsbDQAAAACAxBZfHqcncURyAN5mBHMAAAAAgET01DxOZXBRFjSCOQDJnYrebMz0GvnVRyQHAAAAAEgscedxKnczmUzeOxqGB11SNepLqWrAV1MAyYzlf2/wyN0tRY4OBjONSA4AAAAAkKjimx8nwgIvGR+d1wDgbRL26I7RaLS1tZWyHslpAAAAAAAkhjjyOJXEmUymyMhIVZPu3eFOHkU0AEjufM+PfXRng/z2Cw8Pt7e3V5UqmAMAAAAAIFHENz9OIjl1AZeEca7pqmkAkNz5X18gj0ajUfI4mycMBgOXrAIAAAAAEstT7x+n8jgNwJtm151Io+n5YiMPB61IGoOGJySPi4iIUPePs7W1Vb8SCeMAAAAAAIniGfPjNABvmr13bRq/45Tw9oHhkT5LV0SljLApUVTLkV2DeTUbyePs7OzUNGGWlgYAAAAAJCK7eF7jKyjwJnK01d7xsEtg4+hlWw4eCd25NMTF1en8RUOFMlq5MpqDg/Z2izQzmfGbEAAAAACQuOK7XpVZIZZCQ0Onz5xz8tTpc+cv2toaChUsUL5smfcb1rezS2jw8Yby8fHdun3HB00ba0lM929779y1x2Aw7N+9Nf6Wi5cs27f/4PkLF/39A/Lny1uieNEPmzVOmTKllmAffNT26tVr2bN7LZ4/S56uXbeh/8ChUhg2eEDdOrW0RBUWFjZn3sLPPmmrvZzg0FAtSgs3Gu3t7Jwc7INCQiVgkrKDvb2jg73e7HZQ6P0zF7KEhYeHhpqMRofAADtnZ0PpktrbTU0QVnOE+TUIAAAAAEhcz8iSuF+SIjFc3wGDb926rdds3bZDfmbMnvvziKF58+bWkqk/J02dOXtekXcLJ8E8LiF8fX0HDhmxd98BvebAwUPyIyfVp2eP+vXqaEmMfKh++uU3X98HL5nHmaKirt2+F2WKcnJ0CAkNkzAudUp3R3v70PDwNKlS6nlciDFy192HkSXLR968nvPwPqO/nzHA3+mWt5P2tudx2pMYjjAOAAAAAJDonpHH8V1UM08Q69i5W1hYmJTz5ctTrEiRe/fvb9u+02g0envfGjB42NyZU5PrLLkZs+ZGRERob6zu3/Y5c/acFDJkSF+6VAkHe4dNW7Y9fPgwODh42I+jJGfMnDmTlpQsXrLs/n0fg+Fll1Yw2Njkz5Et/jZRUZGRD9fZBmoRru+eadbmfq78WQ7vy2gwOtZgMeXH+AUIAAAAAHgVkvm1loli4qQpKoxr9H6Dfn16qqzk+vUbn3/Z1df3weXLV7bv2FW9WhUNSczqf9eqMC5/vry/jxnl4eEh5W5dv+zx3fcHDx0ODw+ft2Dxd998rb21wi47B04rfzdgV4r2d91KB+YvesMrT/0MzjbuKTQAAAAAAPDKkMc9g8lkWrN2gxRSpUrV85tu+sSlbNmydu74+byFi8uUKpkpY0a9fURExNLlK9dv2Hz23PksWTIXL1rko+bNpLF6NTg4uHL1ulLo0a2Lo6Pj/IX/3Llzt3Chgh80bVSjetWjx47Pnrvg4KEjuXO9U6N6lRYfNlPXC/829o858xa4ubktnj9r6IifTp0+6+joUKVSxS86fOLs7DxrzvyNm7f6+fmVLVPq04/beHn9Nytq2fJVcxcs8va+Jc28smWVgxYqWEC9JMd9r/GHUpCEMVu2LAsWLdl/4JCrq0u5sqXlNKVvp06fafdZR9X4wMFDJctW/qBp4z69vomKilq3fqP0/MZNb4kps2fPJiPQ6qMPPT09nzaGjx49mjNv4Y6du69cvZYihXue3LmKFS0im9jbR181uWr12kFDR0hhycI5h48cW7dh04mTp9KlSytj0uqj5pZvxKhfx+7YtTs4OKRihbIdO3ymPcvqNetVQc5RhXFChqL/9z0lS5UzLVWyuN748JGjclKnz5x98OChjH+uXDmbNGqoD1dCxP/Wi9r1G8nO8+XNM3vGFFUT4z50FavWDg0NVScrA54zZ46Fc2fIU3kv/pw09eKly/7+ARkzZihYIF+blh/lyZMrns7IHs5cvu5gb+fgYO8XEORgZ+fq4pQqhbu7q4tfYNCte76ODjbpw/908LmaKvRmDa3rwbtf3Mz6fuYMWTNlfo7b6gEAAAAAgBdAHvcMV65cDQ8Pl0KdWjWcnJwsX2r0fgP5sazx9fXt2KX71avX1NOLFy/Jzz9Ll3f/unPLFh9atly8ZPmNGzdVWd3RrHKlCtt37FI1R44ekx9HB8cmjRvqm0j41eaTDj4+vurpwsVLdu/dJ/ng9es3VI0EW5LlLVs8T108O33mnPET/tK3lcCuQ8evRo0cVqliecueLFj8z8WLl1U5KChIIjyj0ThoQF/tKf6YOEn2rD89e/a8/Ozas3fG1L8kxYvdXvK773r3lxNUTyVvunfv/s5de+QEx/z6k2XL3v1+uHDhkirLSY0eM97dzb3he/VUTb8fhmzYuFmV/12zfvOW7R4ez0iOJBeTR8mt8uXLY1kvYdmalUssa6R7nbt+o1+cKPmX/KxctWbKX+PfLVxIS4CEv/XPa9fuvd2+6aU/vXbtuvxs275rxtQ/s2f3etpW8sHI7ZU5LNxojDRmSusp/xcWEeHkGL1qqpuLc47M6SPuz3QM2mHyfejg4Rfq7VIh+JcId2+H/L9oAAAAAADgFXvZ21Qle+fOX1CFDBnSPbPxb+MmqESmyLuFfxw26KvOHR0cHCIjIyVaktDKsqWEcd/26Lplw+oBfXurGgnjWnzYbOPaFaNH/aimxW3cvMVyk4iICA8PjwVzpq//d1nBAvml5uZN74CAwKmT/pB0SeI8zTzr7eSp05o5z/pz0lTNnEb169NTUqEMGdJL0DZy1GgVL+okjOv/fS/pyfSpf6ZOnUpqNmzcIi2ze2X7848xKtqTPEvKLVt8IGnazNnzpKbVR81XLVsk2V+d2jXNp+Oth4kx7Ni5W4Vx1atV+eWn4X17f5cpU/R0QomZ1Fww3d279/+aMHb75rXDBg9QNWvXb1AF2YMK49Kk8fzum69l0KQgJ6s9naR+AQEBUkif7tlv3NjxEyWMc3Z27tPrG+lk08bva+YpZtu279QSJuFvfTzG/fZzgfz5NPM6KjLgP/SL/mxMmx69omuJ4sUWz58lH4+uXTpp5omWS5atjH9vDvb27q7OqVK429vZOTs5eri72ZvfTTtbW6fIE24hs033gu0c7hnDbU0PI+3dPNzLDnFydNYAAAAAAMArxvy4Z7jyZMaTR0qP+FveunV77bro/Chz5kx/jPtVTabLlDFD3wGDJeuZOn3mqJHD9Ma5cr2jpk2937C+ZGSStRkMhi87tndzc5NkLVu2rNeuXb91+06MQ3T49ON33skphapVKp06fUYKDRvUlQBICrVrVleJmHSjaJF3FyxaIpmaPB37689p06aRQp7cuTp3/ebu3Xtbt+2oXauGvs+8eXM3bvSeFAoVLFC+XJlVq9eGhYX5+PhKfleyRHGVDLq7uUtZMy9tISmVFG56e9+9d69woYJDBvb7pG0r6dXTliAoV7a0JH2SEjZp1FBNoLt1+/b0mXNkTPz9AyynHDaoV0dSJynUrVNrwl9T5ES8nyxou+ifZaow5pef1GS30qVKNGr2kepMnC5fuaIKz5xGJ34ZOfzsufPSmbJlSsnTCuXLLlm2Qgp+/v5aAjzXWx+P4sWKpkjhrpnzODXgeh98Hzy4fuOmvCnt2raqVKGcHCjO2YiWzl65ET0+NvI/LWNaT8nj7vo+9PELcDA8Sh8xyen+I0P43SiHSN+z7ik8IpdkmtrcyVMDAAAAAACvHnncM7i4uKiCn79f/C0PHDysCh82a6zHTJJ8jR47XmKsCxcvWTbOmiWzKkjyIhGMr++DTJkyShj3+KDO0dOUgoODYxzC68nNyNzdH7fMZY7nLPsZHBIij1evRceIkpH1+2GIqo+MjFSF2/8/rSxH9ux6OcWTG/nHmLmmS5PGU2I7Cdck+5Mfd3d3CbDKly3j5ZXNwcEhzk3s7e1lkwL58126dHn/wUM7du45eux4nEfJmSP7fz1J4S4hV4j5XMR187W9cnT9ytOMGTPkyJFd9qk9hT4gkvppzyI5l/z4+/vLSUVP6Dt0+EkPw7QEeK633lJClu+sWrnijFlzr1699k3P7+3s7EqWKCZjXqdWzbRpn5HH5cuRNcpMj0rTpfaQH+PdcdqDE1EP7tm6BT284praxe9mlq9vu5bVAAAAAACAVZDHPYMenPn4PIjx0uXLV1b9u/a9+nVz5swhT4MeBan6GBdIZs6USUIZb+9blpVqKQNFxSWuri56ja2trRZXWKNvZWuwVQVXV1fLneju3ruvma+4PHzkaIyd3DO/pFPZn2Jn93i38eREv/48fOCQEXv3HZByYGDgho2b5WfytOkTxo3O8mSsLEkfxo3/85+ly/VwzcPDw8/PL3afnZ3/mytnZ2tn2Q3JK7XoJTX+b4piGs/U8eRx2bJmUYX7931ivCS7Hfnz6OrVKpcqWUL14ezZ88N+/Fndb06LjjvdVUFND3ym53rro7T/xjY8PEJ7ls6dPn/0KHjJshUykkajUUZefv6a/PfwIT+oi5TjJOcYGRk9eTA8IuJRaJiLk4OcqezBNni3/YPZRt8gB3ef4IcOjuEhWqp0Pjl7aA8cNAAAAAAAYBXcP+4ZsmV9PCVt6/Yd6gpQ3fqNm2fOnte8VbvZc+fL01RPVvC8e++eZTPvW9FxTIysKvbVnebLCp8hjq2eEhilThV9Jzg3N7eDe7fH+On5bbf49xk/T0/P8WN/nTZ5Qru2rXLnfkdV3rp1e8zvE+JsP33mHBkfCeOKFys6bPCAdauXtviwaZyHVinkUw4afToSS1lWBgYGaU8nqZ+ab3jh4iV96Qzl4KHDkg92+frbb3p+L0+lb52//kZdr9r+04/l1DauXaEG1tY2QYOTwLde7VOfqChCw0K1Z5Fh6dPrmyUL53zVuWPJEsXVHf2kz0OG/xTjA2nJZIq6euvu9dt37z7wM0ZG+voF3vP187l3IvL+H5E+RlvTPWOETegdW3t3txvFZ5scuVIVAAAAAADrIY97BomcChcqqJkXT/hh8PCgoMcZ0KVLl2fPXaDKFcuX08z3X1NPF/2z7NGjR6r875p1akXUd8xz6KwmY8b0mnm91BMnT6ma/QcODho6Yu78hbee3JQtIWLM1Lt+/YZEkD8MHiZRWtcunebN+nvpornZzFfRqvvZxbb/w5w1BwAAEABJREFUQPRiDhJ1jR/7S906tSTOS8gFpDFkzRI92e3OnbsPHjyepRgcHHz12vX4t2rWJHpZBgmtvh8wSF+FNjAwcNTocapcuWL0/LLTZ86qlR8++bj1lx07vFu4kOw8IVeS6hL41jubpyJaTrSMfSmrGnD9vnjSMYkOR/069uChI9K9P/8Ys3bVkpo1qslLfn5+8byVkiTmypYpZ9ZMOTJnyJgmdbaM6bwypc/qvMch4Kb28K7B6dG9Mx4pnIN98w0ITVVOAwAAAAAAVsT1qs9gY2Mz+Ie+zVu1k1hn/YZNu3bvrVG9SkBA4I6du9VEpzatWmTP7iUFiaVKFC926PARb+9bzVq0+eyTthJRrf53ndpPyxYfaFZUq0Z1deju3/Zp/2lbr2zZxvw+4cqVq1JTodxz3ClMcrTQ0NCr164tW75KIqr8+fKOGz9RMwdJ33T7Km+e3MdPnFQXk8pLT9lD9G3OwsLCzl+4KLmVDM7qNY/HJJ7pXTHUr1t7y9btklL1HTCkT88e9vb2v475Pfb99WLo+Pln23bsunr12tmz5z9s+XG5sqXTpkmzZdsOdbVskXcLv9+wvjpH1f7sufPSJTs7u78m//2kh5FaAiTwrc+WNYukunL08RP+Klum1LnzF5avWB1jV3pnFv2zVAb203ZtJv41VTZxc3NzcLCvWKGcdFLdHFBqMmfO9LQuGSMjb9/3NUaaXJwcg0NCU7i5enqk0LSUUYEOdikfBN5x8XTyfZiq2nnHGu6hoWndnG1J5gEAAAAAsBbyuGeTtGXSxHF9Bwy+c+fuo0ePVqz8V3+pWtXKX3/1pf506KD+3b7tdeHCJR8f359/GaPXd/+6s1o51GokuPnk49bTZ87x9/cfPWa8Xt+29UdeXtkSvp/sXtmO+vnJ6Qz78eeqVSo1adywxYfNFiz6R87xy6966M0cHBy+7tIpzj1UrVxp5649kuV90r6T5HFXr13XJ3/d9/FJYGdknN9rUHfV6rUHDx3+4KO2qjJ9+nR3796LZyvp1YRxo/v9MOTI0WMSnko39JeyZMn804gh6trPPLlzSbAlUdrWbTvea/xh6tSpzp+/6OzsHBISEvvec0+TkLe+ds0au/fs08zX8MqPFIoWeVdf3ULRl+z4adRvkrh1+qK95I99+g0MCgr6YfBwy5bdu3aO5wpfIRmcrcEQGh6RztPDycFBizLZ2GWwz1XPdM/GEH7V1s3uYcFh6VJmz+JuHxFlk5DLpQEAAAAAQKIgj0uQdwsXmjdrmmQop06fPXvufJo0nqVKFJeEqGCB/JbN0qVLO+vvyStXrVm7fuOp02ecnJyyZc3S6YvPSpcqqVndV507SrdXr1l38tRpya2kM192bN+6ZYvn2smPwwb17NNf9qBft/tN969SpHCfNWd+aGio5FkZMqQvkD/fF+0/UZMEY2vc6L2b3t4qfrp46fJ79eu2bPFBsxZt5KkEZCVLFE9YR7RBA/rKmC9dvurK1WulS5WoVqXShYuX/p4xO/6t5B35a8JYCRD3Hzgkb5zEgsWKFqlauWKtmtX1u9fZ29uP/nlEr74/XLt2XdI0yeP+/GPM+g2blyxbceLkqYCAgBQpUjyzewl56+UDYzQa16zbcOz4CVdX1/afti1TqmSL1p9Y7ueLDp/6PniwfMVqGVhJ6yS7rFmj2giT6fcJf92+fUcdKLuXV5tWLcqXKxNPf+xsbVO6Ra/14ebyeL2O23dupTSGuLgVMbi+6+R547ptRbuU+XO42znY2jwINWkAAAAAAMBabGLfJ8u8MmOkBAdhYWF3tpY0hVzMVnmVa7pqGoA3wfiTps5FXAOCHtnbSS5nCAuPcHKw37Jly6UzO2pWKZImW4EQu6x2di6ezrb2huhpcZLHzTsb3KUQ16xGu3Wwk//VWcY0XRyydnUxk3TVwcHB1tbWxkwDAAAAAODlMD8OSIYiIoz+gY/CI4wRkUY3Z+dbIaEPA4Ls3XM4pKvgmjJ9SoPB1kYjWgIAAAAA4LUgjwOSm6gozd7eLmvGdJaVeXNklXo9gouyWDbXFF16jvVkAQAAAADAyyCPA5Ib/3DTPxdCE94+1BilRZHHAQAAAABgJeRxQHLTv4Sd9tzz3fhVAAAAAACAlfAlHAAAAAAAALAe8jgAAAAAAADAesjjAAAAAAAAAOshjwMAAAAAAACshzwOAAAAAAAAsB7yOAAAAAAAAMB6yOMAAAAAAAAA6yGPAwAAAAAAAKyHPA4AAAAAAACwHvI4AAAAAAAAwHrI4wAAAAAAAADrIY8DAAAAAAAArIc8DgAAAAAAALAe8jgAAAAAAADAesjjAAAAAAAAAOshjwMAAAAAAACshzwOAAAAAAAAsB7yOAAAAAAAAMB6yOMAAAAAAAAA6yGPAwAAAAAAAKyHPA4AAAAAAACwHvI4AAAAAAAAwHrI4wAAAAAAAADrIY9LZFFRURqQVNnY2GgAAAAAAOC1Io9LNHoSF7sAvEZxZnAEcwAAAAAAvC7kcYlDRW9R/+/JSxrwWuiZm0rfbCzI55NIDgAAAACA14I8LhGo6M1kMl25cSciwihlg8GgJ3R69hH7Ud9DPG1efqsXbp/ArZJ4++fdKvm9F/JplA+ni5O9q7OjwRAdxhnM/0ckBwAAAADAa0Ee97L03M1kZmdn5+TkFGfLV52AJCSW4ihxHkV7lZLCuURIThwZKY+20Qz6dDkNAAAAAABYHXlcIngSxkVfo+ro6ODm5qYBSUl4eHhkZFR4RIS9+eppSeIkltMAAAAAAMDrQB6XOFQkpwFJkgRwkZHGCM1kvndc9PXUBkOUDZesAgAAAADwOpDHJQK1egN5HJIs+XxGRBijTNFJnK3BVl9yhDAOAAAAAADrI49LHFFRmvl6VQ1ImiQvNkZFRdpFmqLUxdUGDQAAAAAAvA7kcYng8VwjjTQOSVd0XGyKjIw0MZETAAAAAIDXizwu0TA7DkmZuqZaXw5YAwAAAAAArwl5HPBWeDyD04YwDgAAAAAA7fXiHlLAW0Et3UAYBwAAAADAa8f8OAAAAAAAAMB6yOMAAAAAAAAA6yGPAwAAAAAAAKyHPA4AAAAAAACwHvI4AAAAAAAAwHrI4wAAAAAAAADrIY8DAAAAAAAArIc8DgAAAAAAALAe8jgAAAAAAADAesjjAAAAAAAAAOshjwMAAAAAAACshzwOAAAAAAAAsB7yOAAAAAAAAMB6yOMAAAAAAAAA6zFoSMJu3LjRv3//999/P2fOnJUqVfr66683bdqkvQJ3795NbdarVy9VI4eTp/KoPacTJ06sX79elWfPni076dev3/PsQLt3716aNGlkQznr8PDwGK8uXrxYdbVz584xXmrevLnUt2zZMp6d7927N7UFOVChQoVq1qwpnfT29tYSz4QJE2T/r+j9AgAAAAAAby7yuKRLwiyJwyTW2blzp5+f36lTp6TmQ7OgoCAt6fH39+/YsWOVKlWkq9pLSJcuXcWKFaUgZ71t27YYr65bt04VGjZsaFm/fPnyjRs3agmTKVOmqmYywilTprx48eLEiRNLlSolO9EAAAAAAABeJfK4JGrDhg1ff/11QECAlOvVq9e9e/fq1aurlzZt2jRs2DAtUTk4OKh8KkeOHNqLOn/+/KJFi7TE0KBBA1VYvXq1ZX14eLiafOfh4VGzZk29XpK4rl27agkmg7nEbOnSpbt27bp69eqoUaNCQ0NlzKWsJYbOnTs/ePCgRo0aGgAAAAAAgAXyuKTIaDT+8MMPqjxx4sQ5c+bI08WLF0vBzi76ln8zZ8708fHREk+qVKlUPvXll19qiSdv3rzymCdPHu05NWrUyGCI/nCuXbs2MjJSr9+2bVtgYKAU6tevb29vL4ULFy58/PHHzZs3f8k5g+3bt+/fv7/sfOTIkRoAAAAAAMArQx6XFB06dOjcuXNSeP/991u0aKHX16tXr23btlWrVu3Zs6dlSnX37l1JkWrWrOnl5dW4ceNffvlFTaxTzpw5o+6VtnTp0vnz50t0lT179vLly8+YMcNyDzHuHxenEydO9OjRo0yZMrly5WrTps3s2bNNJpN6acKECXXq1FHloUOHyq5WrFihkrgCBQqo+uPHj0vsVbRoUelnpUqVJP8KCQmJ80Dp0qVTt667d+/erl279HqJ51RBv1h1w4YNq1atksKHH37o5OSkvYQvvvjCzc3t33//lTxUr1y3bl3t2rXlfCVbfO+9944ePWq5STxnFPv+cRKnSoyYI0eO1q1by0mNGjVKGsjIy0tHjhxRb5CcS6tWraSNDPLAgQMt32UAAAAAAJA8sL5qUnT69GlVsAzjlF9//TVGzb59+yQa8/X1VU+3m02dOnXKlCkVKlSwbPnzzz+rmE9IYCfJWlhYmIRQWsLIPr///ns9q/rXbPLkyZLxZcyYMc5NUqZMKQFT4cKFpXz58mWJF8PDwyW3krxJci5JrHx8fP788884t23QoIG6edyaNWsqV64shaioKDmiZr5YVb96VzOHd999912HDh1iXNz6vCSMq1ixokR+x44dK1GihGa+hd/XX38tZycppySP0meJ5BYsWKAG9rnOqHv37jNnzpRoUt6sixcvNmrUKF++fDHajBs3Ljg4+LPPPpO0ceLEib///ruc8pAhQzQAAAAAAJCMMD8uKdLXQ8iUKVP8LSVQ69atmwrj2rZtK/mRytfu3r0rQZKEO5aNJYyT3OrChQuScKk5a8OHD0/gda/nz58fMGCAhHEODg5SkGhJJWInTpyQp5r5ClM9K2zXrt2KFSvKly8vZXlU09akbxIC/vPPP5JnjRw5cv/+/aVKlVq6dOnTrjOVqEtdsiqJnsRSUpBN1GwyCcXUxaqiatWqUi9hnJYY0qRJI49qTO7fvy+nVrx48b179/7yyy+jR4/etGlT5syZ+/Tpo6atJfyMjh8/LiNWpUqVjRs3Dh06dN68eSNGjNBTV92tW7ckcOzYsWPLli2XL18u7/7KlSs1AAAAAACQvJDHJUUSmamCiofiIbGXJGWaeSbd2LFj69evL8GQBDpSc+XKlblz51o2LlOmTN++fT09PaUwePBgqQkMDFy4cKGWAH/++WdoaKgUJJnq0aOHJGISKklWJTVLliw5c+aMBFWFChVSjbNly1axYsU4O3/9+nVVkEBtypQpR48edXNzi/OI+iWr3t7eBw4c0OK6WFUzXwybIkUKLZGoXalb1Mno+fv7y8m6u7urVzNkyNCpUydJS7du3ao9zxnJWMmjDL5+Ra0EiOrmepaqVasm744qp0qVqnDhwteuXbO8eBYAAAAAACQD5HFJkYuLiyroV6E+zY4dO1TBch2Gzz//XBUkJrNsrOKzGOWLFy9qCaAOJBFbq1atVI3ET5988okq6xP64tGkSRNJo6SfjRs3HjNmjMSIWbNmfdqFroqkfqqgLkRVjx4eHlWrVtVeDTWjUI2/Gpndu3ePsnDo0CHtSaBqKTwAABAASURBVGCa8DOSkM5gMBQrVkyvkaeWb4eSNm1ay6eurq7yqGJQAAAAAACQbHD/uKQoZ86cqqAuz7S0YsWKmzdvfvjhhyq7UTO5RObMmfU22bNnV4UbN25YbqvyHUWf83Xv3j0tAfz8/DTz9bPqGlJF4qc4DxSnwoULL1++vG/fvuoOd0OGDHnnnXfkqaRaT9ukYcOGvXv3NplM//77b8uWLVVAJpX6xaqJ7urVq9qT87p9+7ZmXt82djN1vgk/I3mbPD091dq4unTp0sVoZvkG6fQVMwAAAAAAQPLA/LikSA/UYi9QMG3atP79+xcsWPDgwYPyVL+80dvbW29z5coVVciWLZvltipgUu7cuaMKsVOhOKn479atW5bxkH6pZowDPU2pUqU2bNhw+vTpZcuW9enTR/rcvn17dSJxkr6plRwuXbqk35zu/fff116Nhw8f7t+/P0WKFGqlhfTp08vj2bNnH8QyfPjw5zqjDBky+Pr6RkREWFY+c/IjAAAAAABIlsjjkqJGjRqpm6/Nnj17woQJajUDzXwbsu3bt2vmeWrq4seiRYuqlyyb6VO6YtyhbM2aNWFhYaq8bt06VdDnuMVPHc7Hx2fWrFmqJjQ0dMaMGaqsAixbW1v1VO+JJelhp06dNHM4JSlbr169Ro4cKU/VIqpPo1+y+s8//2iv+GLVyZMnBwcH64tFeHl5yeOePXss25w8eXLUqFEqcUv4GeXIkUNyzKNHj+o1MkSHDx/WAAAAAADA24c8LilKly6dmoElIU7//v1Lly7dr1+/Jk2adOnSRTWQSEiFXw0aNFAz1xYuXFivXj0J7CTLmzZtmma+grVp06aWu33w4EG3bt127tz5+++/Dx06VDPfKC2ey0UttWzZUhV69OghIZSkchUrVlSJUo0aNdRqrfpt73bs2DF9+vRdu3ZZ7sHb21s6qfJERa1DanmlbWySjlleIfv+++/rqV8iknFevXr1+PHj7ezsvvrqK1X5wQcfODs7DxkyRL8aV9K6vn37/vjjj2rME35GagGKESNG6DeDk/GJvb4qAAAAAAB4G3D/uCTqww8/lOzm+++/lwzo0qVL+pQ3CYwGDRpUq1Yt9TRVqlSSvn322Wf379/fb6bqU6RIIZvoV7MquXLlWmim72rYsGH6tbHxk/Rt5MiRAwYMiIiIsNxJnjx5JN2zsbHRzFPtnJycpNvbzKR9hQoV9D1Iijd79ux2Zq6urtJh6XnJkiVjhIYxqEtW9fVMLVdWfRmbN2+2PK5EY/fu3XNwcJBzUXP9NPNd/H766adevXrVrFmzTp06cnbLly+XlpLHqalzCT8jOYWPPvpo/vz5sqvq1atfvnx5y5Yt8nZcvHjx1d0LDwAAAAAAJE3Mj0u62rZtK6nNF198Ubp06ZQpU5YvX753795Hjhzp3LmzZTPJvHbv3t2vX79SpUq5uLhIvtagQYPt27dLghZjh5ITjR49Om3atG5ubu+///6KFSv0BVITQnoiKVv79u3z5s0re5BHyQE3bdqUIUMG1UAyqaVLl2bLlk26UbVq1Rw5clhuLnnWrFmzpPG4cePGjBlz7ty5vn37/vPPP5KCxX9cPYOTbC6xLla9devWVguOjo6tW7eWkK5FixaWzdq0aSNvQaNGjQ4fPiz5Zvr06eUEO3bs+AJnNH78+C5duhiNxpkzZ0oS+u+//xYuXFgzJ6caAAAAAAB4m9jEvtWX1ERGRkpwEBYWdmdrSVPIxWyVV7mmq6YhLk+GKzIsPPz2vYfOzs5JLWE5c+aMmqfWq1evPn36aLA6if9sbGwyZsxoWSkx3+3bt/Upja/Uo0ePgoMfRUUaXVycXJydnBwdHRzsbW1tbcw0WLh1sJP/1VnGNF0csnZ1MXNycpKMleECAAAAACQW5scBr9ymTZsKFiw4e/ZsvebQoUO7du0qWbKkBgAAAAAA3jLcPw545apVq5Y2bdru3bsvWbKkUKFCJ0+e3Llzp6ura7du3TQAAAAAAPCWIY8DXrksWbIsW7Zs0qRJ+/bt27VrV0RERPXq1QcNGpQ3b14NAAAAAAC8Zcjjkr/8+fM/ePBAw2sl78Jvv/2mAQAAAACAtx55HAAAAAAAAGA95HEAAAAAAACA9ZDHAQAAAAAAANZDHgcAAAAAAABYD3kcAAAAAAAAYD3kcQAAAAAAAID1kMcBAAAAAAAA1kMeBwAAAAAAAFgPeRwAAAAAAABgPQYNycL9+/d//fXXOnXq5MuXL1euXE2bNh08eLCvr2+MZv3790/9/7y8vJo0aTJy5Mjg4GDVpl+/fqnjNWbMmDj7MGzYsNiN582bpyWM6tupU6fifHX16tXx96pFixbSTE5EyocOHXraUdTZXbp0SUuAPXv2xHO+z7UrAAAAAAAAhflxycHKlSu7du0aEBBgZ2eXO3duedy5c+fWrVsXL168cOHC/Pnz6y1V2tW7d2+DITqKjYqKunPnztmzZ3/++ecjR44sWLBAKmXzqlWrqvZBQUEHDx7MlClTnjx59J2UL18+zm5s27bN09OzcOHClpUlSpTQEmDu3LkTJkxwcnKy7K2lR48e6b0ScnbOzs5lypTRa+rWrSuPJ06ckP6/++67TzuQnKaEaO+8846WALI3eYxxRi+2KwAAAAAAAIU87o33zz//fP755x4eHmPHjm3cuLG7u7tmni43ePBgCbk+/fTTHTt22NvbS6XJZJIIKUeOHJLHxdhJixYtNmzYcOjQIYnPZEO9fsmSJR06dGjVqlXfvn3j74aPj49s/uWXXw4fPlx7ThKu9ejRQwpFihRRQWFszc1UWTLEAgUKFC9eXLoXo9mxY8cKFSqkzjdO//77r5ZgJ0+elMdSpUq9/K4AAAAAAAAUrld9s0nuJuGap6fn2rVr27Ztq8I4kTZt2jFjxhQrVuz8+fO7du1SlZcvXw4ICJC4KvZ+qlSpIo+nT5+OUa8miMW5SQwS58ljzZo1ted09uxZifzUHLR45rXF7lXsaWu3b9++detWQnqbQHIgLy+vFClSaAAAAAAAAImEPO7NJqHbgwcPBg4caHk9qWJnZ9e1a9eWLVs6ODiomnjCNXWnOWdn5xj1apOExGTbtm3z8PCIiIgYNWrU+PHj5amWAHLcVq1aZc6c+fPPP9cSFvzpvSpYsGCMenU1rvR2//79nTp1ypcvX40aNVavXq03mD17durUqZctWyZliSal/Ouvv0og+P3335cqVapkyZKWt4qTc5Ed6uduMplkn7JJv379oqKinmtXIjg4+LfffqtevXrevHk7duwo2ejSpUtlq8OHD2sAAAAAAOBtQh73BpPAaNGiRWnTppXQLc4GjRs3/uOPP/TbvT0tj/Pz81N3jot9r7djx455enpmz55di5fkU1u3bg0PD//oo49+/PHHH374oUmTJs2aNQsLC4tnK3m1devW8jh37twLFy5oz5nHxU4Jjx8/Lo/bt2+Xoz98+FA6cO/evc8+++zKlSuqgbr+VE2sU41v3rwpzTJmzDhs2LDSpUsPGTJERWzq3I1Go+qSnGC3bt0WLlw4YMCA4cOH29jYPNeugoKCWrRoIRvKSDZv3lwyODnxPXv22NvbFyhQQAMAAAAAAG8T7h/3BluzZo2Pj88XX3xha2ubkPZx5nHBwcGffPLJrVu3qlatmiNHDsuXrl696uvrW7169WfuWQImSb5Sp049cOBACQFlw6FDh27ZsmXcuHE9e/Z82lZdunSRVGvFihWZM2dW6zAkMI+T/MvJySn2/DiVkUmfJUpLkyaNlN95553vvvtO2qtTkwbu7u5qBQY1GuvWrZMkMV26dFLOmTPn/Pnz5VzkFPS9qdRPzmLevHljx45t27atfqyE76pv3767du2aNGnSBx98oJ6+9957U6ZMKVmypJyIBgAAAAAA3ibkcW8wFQNZru956dKlGPmXi4vL7NmzVVlSKnns1q2b/qrJZJKsys/Pr0SJEpIWxdi/mvb1tNVFLUVFRX3//feNGjVSl82mTZv2jz/+kLBp586dT8vjfvrppyVLlvz999/FixfXzGuVSvIVzzoMuoCAgCtXrpQuXTr2yg9qQGTPKozTzFPw5FE9lZOVgExfklVd3CrRmErQtCcX7aZKlUo91fO4fv36zZ07d/r06RKiqZeea1fyqrwFDRo0UGGcZr4uWHI9OeVEvNUdAAAAAAB4U5DHvcGCg4PlMXXq1HrNwYMHt27datmmcuXKqnD9+nUfHx/NvJip/qrkXxK31alTp1OnTvpaEDrLSzLjV9LMsiZr1qz58uWTg8bZ/p9//pHUTKI6ifA085We0rf69etrCXDo0KE4eyWposSREixahlxnz56Vx1y5csnj+fPnQ0ND9etDJW20s7NT89cUFavlzJlTb+Dp6Tlz5syJEydKoiejpLd8rl0tXLhQHlu1amXZWy8vL828nqwGAAAAAADeMuRxbzBXV1d5DA8P12tamKny2rVrJQPSw6mjR4/K41dffTVkyJAE7v9py5gmUFhYWJwXYwYEBHz99dcSI9ra2o4aNUpqbty4IY+3bt2Spw0bNpQgT3v+XqkT1PNHRZKyTJkypU+fXnsSL6oBkShToroKFSq4ubnpjS0byKiqlG3ChAkfffTR/Pnz169f36BBg9gtn7mra9euyWOpUqUsO3b//n3tJcYWAAAAAAC8ucjj3mDZsmXTzJPL4nxV5VP6ogcJn+ymO3jwoLu7e+7cueNvduzYsalTpzZr1qxKlSp65YMHDy5fvlyrVq0424eYjRw50rJ+o9kzZ8lZRl2WVE6nX0Mq5BBSWbduXcsGakBOnTplNBpjZGRSqd8S7syZMxLJpUiRYuHChZkzZ5bHBQsW6Hncc+3q4cOHkuvpl9Aqu3btMhgMsW+BBwAAAAAAkj3WV32D1axZ09nZefny5REREbFfVXmcfkXk09YkfRpvb29fX99ixYo9s+W9e/dmz5595MgRy8r58+dLSlWvXr3Y7StVqvTg/9WoUcPJyenu3btSfmZEpVZ+iB0sqpzOssNSYzKZ9JaSkclR8ufPr8UV6skYSqW+wqwarp9//rlo0aJp06aVHq5fv15NanveXcnmMhR+fn56A0noVqxYUbx4cUdHRw0AAAAAALxlyOPeYBkyZGjXrt3p06e/+OILCbP0eqn5/PPPJT9KkSKFPrstgZPddCqQSsgErrJly8qeJ0yYcPv2bf1YkmRJXKWvYBC/Y8eOFShQICGLOQQHB587d04ittiNjx8/7uXlJeGXZY1mEUHKUymrVSDU2Vnevu3MmTOhoaF6rKZSNrXWhHj//ffDw8MXLVr0ArtSY6juIqeZ14Lo27evv78/F6sCAAAAAPB2Io97s/Xv318yr+XLl0u4I7lY/fr1JdiqWLHiP//84+HhMXToUJUZqcluRYsWjb0m6dMk/OZxEsZ1797dx8enVatWo0aN6tevX+PGjd3c3KZMmaLuH/fvv/8Lz4BrAAAQAElEQVSmTp26U6dOcW4ufZNt9bUR4nf48GEtrotVVU4XY3kEyzzu2rVrchTLuM3T01MtqmB5vnp4J0/TpEmjrggWjRo1knOZN2/eC+yqY8eOefLk6dOnT8OGDSWmlGjveecqAgAAAACA5IT7x73ZXFxcJk2aJAHc5s2bz549e/r0acmJ6tSpU6JECRWKqWYqAIodY8VDTRBLYGbUo0cPeRw7duxPP/0km3To0OHzzz/PnDmzelWFaE+79FUtRZrAO6k9LSVUV8vG6K00zpQpk+qGyubUhiaTSc6ufPnylo1l6CwbyA4l39RflZGsV6/e0qVLjx49qlafSOCuNPN7tHLlSoksd+/ebWNjIyMjHZM2+uQ7AAAAAADwVrGJioqKUSU1kZGRRqMxLCzsztaSppCL2Sqvck1XTUNcngxXZFh4+O17D52dnVOkSKEBZgEBAXfv3s2ePbvlBba1atWSUE8iuYRPV3xJjx49Cg5+FBVpdHFxcnF2cnJ0dHCwt7W1tTHTYOHWwU7+V2cZ03RxyNrVxczJycnBwYHhAgAAAAAkFq5XBV6hc+fOlSlTpnv37nrN3r17Dx061KRJE6uFcQAAAAAAIEnhelXgFcqXL5+Xl9e8efNsbGwyZcp08uTJjRs35s2b99tvv9UAAAAAAMBbiTwOeIXc3d1XrlzZv3//pUuXhoSESE2TJk1++umnNGnSaAAAAAAA4K1EHge8WlmyZJk+fboGAAAAAABgRh4HAAAAAAAAWA95HAAAAAAAAGA95HEAAAAAAACA9ZDHAQAAAAAAANZDHgcAAAAAAABYD3kcAAAAAAAAYD3kcQAAAAAAAID1kMcBAAAAAAAA1kMeBwAAAAAAAFgPeRwAAAAAAABgPeRxAAAAAAAAgPWQxwEAAAAAAADWQx4HAAAAAAAAWA95HAAAAAAAAGA95HEAAAAAAACA9ZDHAQAAAAAAANZDHgcAAAAAAABYD3kc8FaIiorSAAAAAABAEkAeB7wtbMw0AAAAAADwWpHHJbKIiIigoKDESj1kP1FRUfE8aonnVR/rmftPxDNKTuOWwKM881gqirPRiOQAAAAAAHjNyOMSgc3jeUfR/4SZWb76AtHMi0U5r/ooL9w+gVvRPnHba08+maq9wSAlg80TGgAAAAAAeE3I4xKNRByeHu6hYWEhIaFh4SLCaIw0mUxRGvftwushGbHBYLC1tbW3t3Owt3dycrC1lQoDeRwAAAAAAK8ReVzikHzDHHwY7GxtHRzspcZgY4i0N0XncdxHH6+Jmgpn/ljaSSQn/5NsTj6ZTJEDAAAAAOA1Io9LBE9SD1s7U5TJ3iQ1ks3Z2dlFRkZGmWnA66A+mSopljBOIjk7O1vzFDmuWgUAAAAA4LUhj0scknBI7iZJh4PmoLK5SLtI89w4wji8Tip2UwGxhHHRcdyTQE69qgEAAAAAAOsij3tZeqJhjjw0deP8yMjo28aZTNFz5Yjk8LrooVt0Rhx94ziDOYxjchwAAAAAAK8TeVziUFcFao8XwZTU4/HMOMI4vHb6mqqG/5ZXZXIcAAAAAACvDXlcIjBncFF6JCdlg+FxDEceh9fOMn0jjAMAAAAA4LUjj0sclumGiuc0ICmJ8RHVAAAAAADAa0Iel5j0mINIDkkNGRwAAAAAAEkEedyrQvwBAAAAAACA2MjjAAAAAAAAAOshjwMAAAAAAACshzwOAAAAAAAAsB7yOAAAAAAAAMB6yOMAAAAAAAAA6yGPAwAAAAAAAKyHPA4AAAAAAACwHvI4AAAAAAAAwHrI4wAAAAAAAADrIY8DAAAAAAAArIc8DgAAAAAAALAe8jgAAAAAAADAesjjAAAAAAAAAOshjwMAAAAAAACshzwOAAAAAAAAsB7yOAAAAAAAAMB6yOMAAAAAAAAA6yGPAwAAAAAAAKyHPA4AAAAAAACwHvI4AAAAAAAAwHrI4wAAAAAAAADrIY8DAAAAAAAArIc8DgAAAAAAALAe8jgAAAAAAADAesjjAAAAAAAAAOshjwMAAAAAAACshzwOAAAAAAAAsB7yOAAAAAAAAMB6yOMAAAAAAAAA6yGPAwAAAAAAAKyHPA4AAAAAAACwHvI4AAAAAAAAwHrI4wAAAAAAAADrIY8DAAAAAAAArIc8DgAAAAAAALAe8jgAAAAAAADAesjjAAAAAAAAAOshjwMAAAAAAACshzwOAAAAAAAAsB7yOAAAAAAAAMB6yOMAAAAAAAAA6yGPAwAAAAAAAKyHPA4AAAAAAACwHvI4AAAAAAAAwHrI4wAAAAAAAADrIY8DAAAAAAAArIc8DgAAAAAAALAe8jgAAAAAAADAesjjAAAAAAAAAOshjwMAAAAAAACshzwOAAAAAAAAsB7yOAAAAAAAAMB6yOMAAAAAAAAA6yGPAwAAAAAAAKyHPA4AAAAAAACwHvI4AAAAAAAAwHrI4wAAAAAAAADrIY8DAAAAAAAArIc8DgAAAAAAALAe8jgAAAAAAADAesjjAAAAAAAAAOshjwMAAAAAAACshzwOAAAAAAAAsB7yOAAAAAAAAMB6yOMAAAAAAAAA6yGPAwAAAAAAAKyHPA4AAAAAAACwHvI4AAAAAAAAwHrI4wAAAAAAAADrIY8DAAAAAAAArIc8DgAAAAAAALAe8jgAAAAAAADAesjjAAAAAAAAAOshjwMAAAAAAACshzwOAAAAAAAAsB7yOAAAAAAAAMB6yOMAAAAAAAAA6yGPAwAAAAAAAKyHPA4AAAAAAACwHvI4AAAAAAAAwHrI4wAAAAAAAADrIY8DAAAAAAAArIc8DgAAAAAAALAe8jgAAAAAAADAesjjAAAAAAAAAOshjwMAAAAAAACshzwOAAAAAAAAsB7yOAAAAAAAAMB6yOMAAAAAAAAA6yGPAwAAAAAAAKwn2eZxUVFRGoAkwMbGRgMAAAAAAE8ktzzOMoYjkgNeOwnjYvxJJJ4DAAAAALzlkk8ep77z64+EcUDSoTI4GzP1Z5NUDgAAAADw1komeZz6hh8eHvEoODT6qRb91GQy6Q1UCqA/6lsl5VDAcmJRnP1P4mL0XxXeiP6/uT1XktSnRXXAYGNwcrSzsfAGjScAAAAAAIkrOeRx+py4kNCw2/d8Y4QR8QQT8bR8pdsmhT4817bxnMXr6sMLbPvye0gKI5DoZ2GdETAYDLYGp+hHW3kwaMyPAwAAAAC8xZLP/DhTtOgv/2nTprW1tdUAJA1GozEiIiI8IsIu+g9m9O8cieRsEpBWAwAAAACQLCWrPC7SFKlm4vAlH0hS5A9meHhElL26c5y9OYsjjAMAAAAAvKXe+Dwu6r8FHKJvGMc3fCBpCgsP18wz42xNJsnMNQAAAAAA3lYG7c1nDuOi58dJJBfFsqpAkhQeHmE0RgrzH9Uo/qgCAAAAAN5aySGPU1Qkx/w4IAmSP54SxkX/L9KkonMAAAAAAN5ayeT+cZrFhasagKRHnxmnaYTmAAAAAIC3WvJZz0E9Mj8OSJrU1eRRFjQAAAAAAN5KyWd+nMKXfCBp+u/PJpk5AAAAAODtltzyOObHAUkWcTkAAAAAABrz4wAAAAAAAABrYn4cAAAAAAAAYD3MjwMAAAAAAACsh/lxAF45gnIAAAAAAHTMjwPwyhGUAwAAAACgY34cAAAAAAAAYD3MjwMAAAAAAACsh/lxAAAAAAAAgPUwPw4AAAAAAACwHubHAQAAAAAAANbD/DgAAAAAAADAepgfB+CVIygHAAAAAEDH/DgArxxBOQAAAAAAOoOWvPC1v1+/fqnNVq1apVceOHAg9RNz5szR6w8dOqQqu3fvLk/LlSsn5YoVK2ovJzQ0dOzYsS/fxpru3bs3c+ZM/WmvXr3UyNy9e1cDAAAAAABIPMktj2N+XPHixVXh2LFjeuWePXv0smRzevn48eOqULJkSS2RrF27VnK9ESNGvGQbaxo1apSMwMqVKzUAAAAAAIBXjPvHJTelSpVShaflcfv379fLR48eVYVEzONmzJhx7do1e3v7l2xjTWPHjg0ODrasyZEjR9WqVaXg4OCgAQAAAAAAJB7uH5fcZMuWLXPmzN7e3nrWZjQad+3aJQXJvyIiIs6ePXv//v20adNKzYkTJ+RRyvny5dNg4UszDQAAAAAAILFx/7hkSE2R8/HxuXTpkhSOHDkSFBQkhZYtW6oGaopcSEjIyZMntbgmx4WGhg4ePLhMmTJVq1b9+eefw8LCLF+dPXt2s2bNChUqlCtXLilIyzt37qiXsmfPvm7dOilI8Jc6dWo1xSyGeNpIPtijRw85ruy5TZs2ciCTyaQ9hWSO6hZv0mz37t0dOnTIkydPiRIlevbsKf23bHn37t2RI0fWrFnTy8urcePGv/zyS0BAgHpJBkf2oCbHbdq0Scp9+/bVnnL/uMOHDzdq1EhOXELP2rVrjxgxQgbZ8kBz586V05GjFCxYUFpKew0AAAAAAOD/MT8uGZJ8bdmyZZr5ktV33nlHsipV//XXX0tgZDQa9+3b16BBg6NHj0pZi5XHPXr0qGnTpnv37lVPjx8/vnr16g0bNqgrN0ePHj1s2DC98RazRYsWyVFSpEihvYSpU6d+//33qkviX7PJkyfPnz8/Y8aM8Wz4999/S6ymyhKQyX4k6RszZoyqkZOVaM/X11c93W4mbaZMmVKhQgUtwTZu3Pjxxx/rSd9BMwkWV61a5e7uLjW///77wIED1auBgYG3b99+7733Zs6cKTmgBgAAAAAA8ATz45KhEiVKqIK6ZFXlcQUKFMiZM6eK3tT8OP0Gc3p75dq1axKKTZw48a+//lLXsZ44cUJN9ZJUS+VcxYoVk0hLwjIVNt26dUvCKSnMmzevTJkyUrCzs1uxYoWEd7G7F2eb8+fPDxgwQI4rqZ8UJMaqXr26OrQ81eIlYdz48eOvXr0qoWGmTJmkZunSpSrXCwsL69atmwrj2rZtO3v27C+++EIzz5iTdDI4ODhXrlzSBycnJ82cS0q5ffv2sQ8REhKipt25uLhIaCgjo0ZSurdkyRIpXL58+ccff1SDOW7cuBEjRkgSKu179+4dY3bh24mgHAAAAAAAHfPjkiGJhCTVCg8PP378uH7zuHLlyqnHvXv3SrgmUZHK4yQUK126dIw9TJkyJVu2bJo5h+revbtmTtzkMXXq1OvXr5fdFi1aNE+ePFLj6em5ceNGKTx48EDt38PDQzMHoxUrVoyze3G2+fPPP9XUs19++aVNmzZSqFOnTr169aSrEnh9++23+fPnf9r5SjTWqlUrdeKSD0qWFxgYKIlb5syZJV+TpE9eatGixdixY6VQv359Oa4EaleuXJk7d26HDh2kDwZDdDCdMmXKp/V52bJlElNKQcLBjh07SqFWrVrSWPJKta2kk6r/s2bNypAhg2YOQBs3bixHWbt2baNGjbS3G0E5AAAAAAA61ldNhiRik4hq9+7dR44cOXjwoLo5Wvny5dXjb7/9JiHdv3oyBAAAEABJREFU/v37VR4nyZqaHabLnj27CuNE+vTpVUHtRIY3n9mNGzcWLVok2dyWLVtUA0nutJewY8cOeUyTJo1K1jTz6hOffPKJmpd36tSpePI4lQwqkqlZdljtVjOvz6C3+fzzzyWPk8KZM2e0hLlw4YIq6He7k0hR3X1PuXjxoupz586dVU1kZKQq3Lx5UwMAAAAAAHiC+XHJU/HixSWPCwwMnDlzpqpReVyZMmUkrZM8btOmTWfPntWeLP5gyTKek8aqoKdLixcvHjFixNWrV9VT/c5uL5mE+vn5yWOmTJnUdDMla9asqiDxXzzburq66mVJxFRBfRJkBNTTzJkz620kcEzIbi3pC1boeV8Mav5gRETE1q1b43wJAAAAAABAYX5c8qQv0aDubpY/f341083NzU1e2rt375w5c2K01FkmYjHs379f3X8tV65cHTp0qFq1qq+vb4MGDaTG1tZWewlp06aVXUl0ZTKZ9A5cv35dFfT5enGK59Cenp6q4O3trZevXLmSkN1aUpegauYbz+nlixcvSmLo6Oio+q+Z5/epy2MBAAAAAACeJrmt58D8OEVfoiE8PFx7cvM4pWzZstqT271pceVx8dAv//z9998lmMuTJ4+a12ZJpWP6fLo4xW5TrFgxzbw66qxZs1RNaGjojBkzVFktK/ECihYtqgoTJkzQPxsTJ05Uhbx581r2J54PT44cOVRh06ZNqhAWFiZBpORxnTp1kqdZsmRR/VfrWmjmhVy7des2adKkhM/CAwAAAAAAbwPWV02eMmfO7OXlpT9VGZximc2lT59evyY0IZydnVXh0KFDmjky07MttZ6p3sZkMk2fPv3nn3+OZz+WbVq2bKle6tGjhyRckspVrFhR3TyuRo0aBQoU0F6IRGZq5trChQvr1as3b968Ro0aTZs2TTMPUdOmTVUzdcXrxYsX58yZM3v27Nj7qV+/frp06aQwevTon376afny5dLh+/fvy1kXKlRI6vUVG9q2bSsZ3ObNmwcMGCBn0adPHxWJAgAAAAAAKMyPS7YsbwxXqVIlvSx5nH5XuKctJ/o0Eo2pKK1///5VqlSpXLnyiRMn1Ev6HdZy5cqlCt98882UKVPi3E/sNtKTkSNHqru/SXbWrVu3y5cva+a1Gn7//fcXjllTpUol6ZuK5Pbv39+lSxc1xS9FihSSJOpXsKoVIa5fv961a1d9BpwlaSndSJkyZXBwsORxn376qbpPnAzsZ599pkbmu+++08wXtEoG98EHH6iRkXjxnXfe0QAAAAAAAJ5gflyypV+ymjdvXn2ZVM18C7nixYvHaJNAsqvJkyerGOvMmTMSY0ksVbBgQXm6efNm1UYiNomrDAaD5FC1atUymUyx9xNnmy+++GLbtm3t27eXo0gn5VGiLknH9Pu1vZgKFSrs3r27X79+ElC6uLhkz569QYMG27dvt8wi//zzT4kppT8yMk+7gFf6uWfPns6dOxcrVkzdhm/IkCGLFi2SfaoGffv2XbBgQbNmzdTFre7u7j/++OOAAQM0EJQDAAAAAGDBJvb3ZKmJjIw0Go1hYWF3tpY0hVzMVnmVa7pqWpIUZSa9jYgw+gUE+QU8kvgmnhUJAFhZRESE/DLx9/N1cXZ2lX+cnRzs7e3sbEUSDNBvHezkf3WWMU0Xh6xdXcycnJwcHBxUb0n8AQAAAAAvj/VVAQAAAAAAAOtJbnkcl8UBAAAAAAAgKWN+HAAAAAAAAGA9zI8DAAAAAAAArIf5cQAAAAAAAID1MD8OAAAAAAAAsB7mxwF45QjKAQAAAADQMT8OwCtHUA4AAAAAgI75cQAAAAAAAID1MD8OAAAAAAAAsB7mxwEAAAAAAADWw/w4AAAAAAAAwHqYHwcAAAAAAABYD/PjAAAAAAAAAOsxaMnL650fd+3atWHDhjVr1ixnzpxFixZt1arVb7/9FhYWZtkmMDBwypQpWnLXtm3b1KlTG43G+BuEhoaqp1evXl22bJmWSKwwyL/88ov0f9++fU9rsGPHjtatW+fIkaNChQohISHaqzdhwgTp0qZNm7Skh6AcAAAAAAAd8+MSzcWLF2vUqCFJkIODQ8GCBSWCWb9+/dq1a1evXj1v3ry0adOqZg0aNDAYDB06dNDwhLe3d9myZT/77LPGjRtrieG1D/K9e/datmwZHBxcpEiRrFmzOjs7a283LiQHAAAAAEDH/LhEM3jwYAnjvvzyy/Pnz2/atGn37t0nT55s2rTp4cOHv//+e72ZtNGgabNmzXrw4IGTk5OUw8LCwsPDtcTz2gf59OnTEsZ169Zty5YtM2fO1Kyic+fOMqQSCmsAAAAAACAJS2553OuaHxcREbFu3bpChQoNHz48RYoUqjJDhgwTJ07MmjXrypUrEzdvQhKn3u4sWbJoAAAAAAAA/4/5cQkiMd+pU6eCgoLiaWAymdRsL0v29vZDhw79888/pcH58+dTp0597dq148ePS6F///7SoGXLllWrVl22bFmJEiVy5coljdWGGzdubNCgQY4cOfLly/fee+8dOnRI3+eRI0dk86VLl65atapVq1bSpkyZMgMHDoyMjLQ89Jw5c+rXry+vtm7deteuXaNGjZKt7t69+7RTOHHiRJ8+fWrVqiUpUtmyZWWrc+fO6a9KZd++faV7efLkKVKkyIoVK1T94sWLmzZtmj17dtlEssgYN0q7f/9+mzZtChQoUKxYsS5dusgh9Jf0+8fNmDGjZMmSUiOjJDX//vuvanDhwoVmzZpJxOnl5SVDNG/evBgd3r9//2effSbjU7hw4U6dOnl7e0tlnIMsPUyfPr3ltgcOHJBXZUziOTvpm8SpMsJSKUepV6/emDFjtASoWbPmRx99JIWePXvKUeQE1eHkFGQ05HRkrKSHmvmyVhm0xo0bS2XRokWbNGmyZs0ayyGSE79+/XqvXr3k41G5cuUffvghwOz777+XQZNNBg0apN+kL8b94+RNkQ1lzGVw5C2QUZLhknfEsqvP+yEBAAAAAAAvj/lxzyYRRp06dSpVqiShxpIlS+Js4+DgULdu3YMHD3bu3NkydRLvv/++5CyOjo6enp4So3h4eGTMmFEK1apVUw38/Px69Ojh7OycJk2avHnzSs20adOaN29++/ZtCYNq164tuVjDhg1j3Kd/3Lhxkh9VqVJlxIgRsvPff/998ODB+qvdu3fv2rWrBDcSAElQ2KhRo+XLl8dzjtOnT5ddSbiWNWtW2SQiIkKCIemVZZudO3eOHTtWkiN5tXjx4jLUn3/++RdffPHw4UNJjjJnzvzrr79KDmW5foUEYUePHpURkK0kjZJC7Kzn3Xff/fLLL6UgqaIMi4SSUpY0TcZ8z549pUuXbteunUSNEuf98ccf+lZTpkyRAZecS8Is2VCiSUnBJLp62iA/U4yzk5OSke/Xr5+Pj0+LFi0kDtu3b9+QIUMSslqCjIZsIgWJ8KQPcoKqXtK9rVu3SrQnua0cSDpfvnx5OSk7O7uPP/44Xbp027Ztk9O0HCIp16hRQ4Jgyd0kFhw/fvxXX30lo2owGCSbk0+LfAzkrX9aT3bs2PHhhx9my5Zt5MiR0g2JfSV30/+MPO+HBAAAAAAAJIrktp7Dq5gfN2HCBAnapCCxiERUElvY2trGbjZmzBjJg+abSRgkMUqFChUkkdEvX5WoqGfPnnPnzk2ZMqUU9A1lKwmkhg8frp5eunSpf//+JUuWlHRMbXvt2rUGDRpIsrNr1y57e3vV7NatW7t375Z9SlmSKYkLV65cKYGRZg6zZs6cKfmaRGBqyt6kSZP69OnztBOU85IjFilSZPXq1S4uLlIj6Y8kSpLmXLx4UQVk4uTJk7NmzZKeqKdz5sz5559/JBv6888/JVGSGsmzJBOU05cETbWRdG/27NkSVmrmyWJTp05dt26dZE+WRy9WrJgMiGRVUtCHpW/fvkajUfKp3Llza+bLPzt27CjJo+SSki5Jr+R0JNhasWKFhJiaea6cDII0kM7EOcjPFOPsfvrpJ6n566+/JM9SNdLzli1bypvyzBu0yenLB2DBggXVq1dv3769Zp6Op5nfaAn1JLhUzdR0QskBc+bMqWoGDhwo4dr69esl0VM1ksd9/fXX8nZo5kUqjhw5IsmjpITffvut1MhoVKxYUd6IGMmpTpJcGSJpoxpL/2XnV65ckSM+74cEeEPF+R9pWGAEAAAAwOvF/Lhnk+RLLwcGBsa44k8nwZBkJd98803hwoX9/Pwkh5KUrVChQj///HOMK0lja9OmjV6WPCs0NFQCMj3I8/Ly6ty5s4RQ+lWiolq1aiqME6lSpZKDSmwXEREhT9WlnRJp6dfPdujQQc28i5PJZBo9evTQoUNVGCdkQ0lqpHDnzh29WYYMGfS4Svz7778Gg0GiIhXGiS+++EISseLFi+ttvvvuOxXGaea5cvJ48+ZN7VkkvZKoUTIpFcZp5umHvXv3lvRqxowZ8nTt2rXSZwmhVBgnSpcuLUlW8+bNtRcV4+xq1qwp59KkSRO9platWtKNl7mWU/aph3FCEkbJcPUwTjPnqtr/j7n44IMPVEFGu2DBglKoX7++qpFMIX/+/JcvXw4ODo7ziHI4FcapxuXLl5fCjRs3tOf/kABJU9QroAEAAADAK8b8uGeTqGvRokWqnD17dgluntZSErT+ZpKLbd++ffPmzUuWLBk5cuSZM2emTZsWT99kt3pZcjd5LFWqlGUD9fTUqVPNmjVTNWnTprVs4OrqKo+SWNnb2x89elSym2LFiumvylOJySzvBxej2yrJCg8P37t379atW/fs2XPs2DHNvPJpnJ3UzBPKspjpNc7Ozp06dbJsU6BAAb2s0sNHjx5pz3L+/HnNnNzp93fTzKGhZp48qMZBHi2DP9G6dWvtJcQ4uxJmmjm92rJly7Zt2w4ePCjjYzkgz0tyVcun9erV08xpggy17H/nzp3qLoExDmG5lQo3Le+F5+joqJnfdz1LtRTjs6p/SOTxeT8kL4mMA4klxmfpaU8T8pGz/J0c/98dzKcDAAAAkLiSWx73Kr72d+zY8e7duwsXLsyfP/+IESMSsomEYjXMepgtX75csrl4rnOUJEsve3t7p06d2rJGexLB3Lt3T69R2UoM6vQDAwMl/NKnrSnp0qXTnm7dunXDhg1TOZeTk1PFihXLlCkjIZFlmxirVfj7++fJk0eLV+wFLhLyBqk5aCvNYryk5naphTViJJIvKUZX5RD9+vVbvHixSq/y5s1brVq12GtKvMwhJHbs27evfDDU07Jly9asWVOOGGOrGJ8EEefl0nGKM6RTyeYLfEheBnEGXliciVvsR1WIigwyhj4wGQMiw/1MEf4mo39kmF9UZIAWZWNw8DDYpZBHW/uUNvYp5dHOIZVmG/1nRH0+n/YYAx9mAAAAAC+P+XHPptZI1Vc+jdPgwYPHjh27Zs0aibEs69OkSfPZZ5+tXr364MGDz7zvmNF5Y+MAABAASURBVCLRmzQODg62DFNURJUqVaqE7CFDhgxnz56NiIjQbzYnfH19n9ZeGrdr107Smd69excpUqRy5cpy6N9++y1GHhdD5syZfXx8tFdApULTpk1r3LhxnA3UtC85I/2S3vjF/lTEWAc2NhkKSd+aNm1asmTJKlWqSBQr3/RfMo+zJO9O69at1a0DCxYsWLt2bfmo7N27N3Ye94o874cEsDLLGE7P3Z4UTMZg77CgKxHB14yPrhnlMfh6ZMj1iODrWlS49lwMznYu2excvOxdvGyds9q7Zpey1Ng7Z9TMvzp0Wly/ScjmAAAAALwY5sclDslr5HHJkiUx8jjtyR3T3Nzc1NNnfn9TF05KJCe5mF6pFgTQV+qMX44cOTZv3nz06FH9olcZlsOHDz+tvcSI4eHh/fr1a9WqlV557do17Vn93LBhw61btzJlyqRqTCaT9LBOnTq//vqr9jxijIm6QnPfvn2WeVxAQMBff/2VO3duqVQN5ATlTPUGknteuXJl/fr1EjDF2KGdnV2EmZ49qZmATyPDtWzZspw5c06ZMkWv9Pb2lj0k1gdM3o5Lly61adNGX8dDezLm1vkMP++HBLCOGBec/ndPtyhjyIODwfe2htzfFvZgb1Tks698TxBTiDHonPyE/n+1jZ2Ho2cFJ89KLumqOqQsbDDYxs7mhN5bgjkAAAAAzyW5refwur4UNWzYUGKpyZMnd+3a9cyZM3r9zp07hwwZ4uHhoUdLDg4O8d9D7aOPPpL8aNiwYZJAqRpJ9CZMmJAyZcoEzrCTzsjjiBEjQkMff8ecPn366dOnn9Ze3YNMb6yZgyEJpLR4s6HmzZsbjUaJk9T1j+LPP/+UeO6ZF7HGpm6Lpg9L6dKlCxQoMHXqVMsJej///POPP/6o5rXJYEq+OWbMGH9/f/Xqnj17Nm3aJBGhStxiDLJaF2LHjh3q6d27dy2DtjjZ2tpGRkZKTKnXjB8/Xku8sCzGKWvm28bJKWvWyuOe90MCvFIxVlQwmUUawx/d3+N75ifvne9dXJ7We2vlh6d/CL2/KdHCuHj6Y/QLvbva73SfW1vLXvs3y+3dH/ieG/vI53BERLj83ot8QjrJWhAAAAAAXgDz4xKHs7Pz33//3aJFizlm6dKly58/v6RFR48elYRo2rRp+sKaUtiyZct7771Xt27dr776KvauChYsKGHcgAEDqlatWq9evcDAwLVr10pwIxFS6tSpE9KZypUrS6g3f/78mjVrVq9e/fLly3LEXLlyXbx40fLiRJ3EfBKrfffdd6tWrSpTpozkgPpVk3rgFVujRo3atWs3Y8aMCxculC9f/uDBg7t37y5ZsuSnn36qPSc5L8nXli5deuPGDQk0q1WrNm7cuLZt2zZr1kxio3z58skwrlu3TmI4te5ElixZJJv79ttvpaUMkYSAy5cvl7xy8ODBaocxBln2I1mhbCtPpZmcpgzLlStXntYfSXXl7OR9LF68uOxEuid5n4SD7u7u8QzIc5F3WYJLOWUZPRl/SWBXr16tVvLVc9hX6nk/JMCrEOdsOJMxJOj2mke3VshPVGTgM3fi6J7L0T2no1sOB/fsdo5pDLYONraONgZHg8FBHm1sHQx20df+m4yPoiLDo0xhJnmMCjcZQ6NM4RGhd8MDr4QFXQkLvBIedDXuTkY8DLm7Sn785D9hOaRxzvC+S8b3XdLXMhgM8rtCPerUiTBdDgAAAED8uH9coilVqtSOHTt+/fXXFStW3DOT72m1a9fu1auX5Uqg/fr1O3fu3OHDhyVmetquvvjiC8nFJk2aJMmRra1tgwYNOnXqlDdvXi3Bxo8f7+npuWHDhpkzZ0qu9++//0rCJVFLnDdckz1Pnjy5R48eW80KFy7cunXr+vXrS+clZdNXdI3tt99+kzRnwYIFchSJICX56tmzp5r59VwkzZRA8Pvvvz9y5IjKpGTEdu3a9ccff8iQbtq0ScZq1KhRn3zyib6UgfSwSJEiMkSSxMmb/sEHH/Tt2zdbtmzq1RiDXKxYsalTp0paJ8lm6dKle/fu/fHHH8uG8XRJ+hMUFCRt5BASw1WsWFEySkmvli1bJu/sy697IKM0ffp0eaNPmmXMmFFCsdmzZ7///vvq2mQreK4PCZC4/m8RBrPIiMAg72VB3itC7q2Pigx+2oa2jp4uqYs4exQ0B3A5HFyzagljsHPV7FzjbxOdzQVeDgu6GuJ3IvjBcVNEzHDcFO7z6Po0+bGxdXfO2NAlQ0PXDHUMds4xgjm9PcEcAAAAgDjZxJ5QFv29KDLSaDSGhYXd2VrSFHIxW+VVrumqaUmS+iInvY2IMPoFBPkFPMqQIYN8L9LeYhJpyZdAiXgsKxs1anT79u39+/drgHU/JBEREfLLxN/P18XZ2VX+cXZysLe3s5Nw1TYJphW3DnbyvzrLmKaLQ9auLmZOTk6Sn6reEq+8PMtFUdX1noE3FgZcmxVyd93TNnF0z+2Suqhz6kIuqYrYu2bRrEWyuZAHx4MfHgvxOylRXdyNDM5OaWu5ZfvYNWM9wxMxgjk+NgAAAABiYH5cMrRp06Zu3bqNGzeuTZs2qubQoUO7du1SF3sCmtU/JNxXC1qsJRpMxkd+lyb5XxxvDLkeu7HBzjVFppruGaq5eBYzPGte2ysSfRmse04Pr+i7f0aG+wf7HAy4syXAe+3/NTKFhN5dIT8PXfO65/wqRfZPLVM59chFrAAAAABi4P5xyVC1atXSpk3bvXv3JUuWFCpU6OTJkzt37nR1dZX8RQPMrPwhIYl4y8VI4sKDb/ldHB9weXKU0S9GS4O9u3uGqiky1nRLV0azSUJ/Q9k6pHTPVEN+MhXpH3h3Z8CtjUH3dkZF/rcMTuSjc34nugacH+6WvVOKHF/YOXpIGCcnSyoHAAAAIDbmxyVDWbJkWbZs2aRJk/bt27dr166IiIjq1asPGjToue5Ah+SNDwmsI0YSF+Z/+sG5X4Kuz4rRzMbg6J6xesrMddzSV9SSNhtbpxSZasqPhHHRwZz32sA7W/VXTWF3As4NCrjws0uW1ilz93Bw9bK1tSWVAwAAABAD8+OSp/z58//2228a8HR8SPCq6WGcyWQyht69f6x30I25UmHZxtYhdersH6bO0cLg8IYtJKIHc8bQ+w8uz314bYnJ+Ojxa6bg4OuTg29Md/X6wiNfPzuHlCqV028tpxI6DQAAAMDbivlxAIBEZpnEmSJDH5wb7Xd+VJQxyLKNg5uXZ87WKbO+Z2N47kWZkxQ7p7TpCnRLk7v9w+vLHlyeJ8nj4xeiIh5d/SPYe37KvAPdvNrZ2dlLHhdjYRD+zgIAAADeTsyPAwAkGssLVCWLC/Je6nO8tzH4qmUbF89injnbuGWoLHmUllwY7N0832njmfMj/1sbfC/OCgs4r+qjInz9Tn4dePWvVIVGO6cpL2MikZxa8EHfllQOAAAAeNswPw4AkDgsp8WF+p+6d+irsAc7LRs4uHlleLevq2cJLbmysUuZuZ78BNxaf/f0OGPIHVUdGXTKZ28dx3SNPAqMcHSPvqmcmiin31SOv7wAAACAtwrz4wAAL8tyWpwxzNfnRP+Aq9O0qEi9ga1DyrR5O6byaqbZ2GpvgRSZarunr+J7cabPpRn6Mqxh95bf9VnnmuNrj9zf2Tm4SiSnmf8zEpevAgAAAG8b5scBeOUIypM3y2lxQXc239vfOjLc57+XbWxTeX2QLt+XBns37W1iY+uYJu/nHl5N7p4eG+C99vFCFqbQR5d+Dr21OFXxWc6p3pVBY6IcAAAA8BYyaMkLX/uBJIiIIbmKeiJ62QZj+L3jfW/vrGsZxrmkKfVO1UUZCvd828I4nZ1TmszFh2av+LdTynx6ZWTIZZ/d1fwvTwoPD4+IiIiMjJQB1GNNDQAAAEByx/w4AMCLsJwWFxFy+/buD8Ie7tdfdXDzSl+gu1v6Sho0zTlVoRyVZ/nf+Pfe2fHG0PvRVVHhAae/DfXZmrrIRHvHlGqinJolpzbhrzMAAAAgGWN+HADguVmGcY/ubrm27l3LMC6V14fvVFlAGPf/bFJmbZCz2mK39JX1qvB7K+/tKB/sezgiIsJoNDJRDgAAAHhLJLc8jgkFAPCq/d81qsf63NpRJ8rop16ysXXOUvKXDO/21gzJbf51orC1c81aenT6Qj01g72qMYVe99lb0//ShPDwcCI5AAAA4C3B/LikQr6GzZ8/v2nTpgUKFMiRI0f16tWHDBni4+Nj2SZ16tTNmzfXkpLs2bM3atRIw0uQ795Tp04NCAhQTydMmCBv9KZNmzQgSdLvGRcZEey9s6H/hV8fr1SgaY4pcuesusA9Y1UN8Uqdo0WOin/bOadXT22iIgLP9vE92jE8PExFciqV04jkAAAAgGSK+XFJwvnz52vWrNm5c+edO3emSpUqW7Zsx48fHzNmTPny5U+dOqUhWevbt2/Pnj0jIiI0IMnTwzhj2MMbW6uH3Nuov5Qq+wc5K81ycMmkIQGcUubLGX1J73/XrobdXuBzoEV4WLC+wgORHAAAAJBcMT/u9bt3716jRo0kgPvhhx8uXLiwa9eubdu2nTx5smnTpj4+Pi1atCCpSd4CAwMtn0os++DBgxo1amhAUmK5lGp48J0bmyuG+x1ULz2+RrVwH65RfS629m7ma1e/069djfDd4LO/SXiov7qdnIrk1LBrAAAAAJIR5se9foMGDbp7966Ecd27d0+ZMqWqzJAhw8SJE4sVK3br1q3Vq1drwJuMNOFNZ7l6Q2jA5ZtbKkQEnVMv2TqkylFpFteovrDUOT7yKjvBxtZJPTX67fLZWzf00V2jmZ7H8YcIAAAASE6YH/dqSX9OnToVFBT0tAb+/v7Lli3LmDFjp06dYrxkb28/YMCAr776KmfOnHFuK7vt3LlzqVKlMmfOXLZsWWkcGRlp2eDevXvDhw9v3Lixl5dX0aJFmzRpsmbNGv3Vli1bVq1aVY5eokSJXLlyDR06NPYhsmfP/s0330yYMKFChQrZsmWrU6fO9OnTYw/yoUOH6tatK0epXr26BIsPHjywfPXEiRN9+vSpVatWlixZpJ+tW7c+d+6c/urx48fbt28v3ZPNK1Wq1L9//5CQEMvN161bV7t2belh3rx533vvvaNHj2pPd//+/d69e5crV06OVbp06Q4dOty8eTOBezty5Ejq1KlnzZolwaiMiZx7ixYttm7dGuMQS5cu/fzzz2XYpUHlypW7du2qd3jcuHGyhz179tSsWVNOp2HDhs8cgUKFCs2bN08KuXPnlq20uO4ft3HjxgYNGuTIkSNfvnzSZxntGH2WLq1atapVq1bSpkyZMgMHDozxSXjtWGjljfZ/YZzfCe+tFY3B19RLdk7ps1ea4eieXcNLcPEs5lV+ssHOTT2NDDr5YF/t0ICr+qKrRHIAAABAMsP8uFdIsiEJsCRjKlCgwJIlS+Jss2PHjtDQ0Bo1ajg5OcXSY4qiAAAQAElEQVR+VfKyIUOGvPvuu7FfkjBOMpr58+dnzZpV4qFMmTL98ccfH3/8sd7gwIED5cuXl0o7OzupT5cu3bZt27p06XL37l29jZ+fX48ePZydndOkSSP5VJw93Lx58+DBg99///3JkyfLiUg8JxGhZYPLly83a9YsODi4TZs2kkyNHz9e8ib9VcnvqlSpsnjxYumnNJCvl5IJykH1bWXPUiNHl3xQTkrSKP1VMXv2bKn39vaWVFHO98qVKxJI7dq1K86uhoeHN2/eXPqZIkWKdu3apUyZUoZdNgwLC0v43n755ZcNGzbIQP3++++yw6ZNm0pCp7/asWNHSQ+PHTsmb1m9evWuXbs2Z84c2cRyDxII3rhxI0+ePGpI4x8BSVQli5SChIBt27aNfVLTpk2Tk7p9+7bEbZIkSpAnMV+M1R4kB5Q4VY4yYsQIR0dH6bm8ZRqQGCzDuEf3dt7cUtkUfl+9ZO+SRcI4bhiXKJw98mevOM3WIZV6agq58mBfrRC/c+pecvqiq0RyAAAAQPKQ3O71k6S+q0i0dPBg9P2VJGaS/KVRo0a2trYx2qh0TLIb7TmNHTv2xIkTf/75p77iqtRICrN06dImTZrI0+HDh0s6tnPnTn163cCBAyWpWb9+vZ77XL9+/csvv5SW8RxI2kgkJAGWlCVelLhn0qRJn3zySalSpVQDibd69uz5/fffS1mSL8m59u3bd+HChdy5c8uJ9+/fv0iRIqtXr3ZxcdHMF+e2aNFCUsiLFy/mypVLArKAgAB5tVy5cvKqhEoSkMkpSMLl5uYmgeaAAQOKFy8uNe7u7tLgzp07Mox9+vTZunVr7MHcvn27JGVyRAkNVU2/fv0mTpwogyDxWQL35uvru3fv3ixZski5rtmwYcMklXN1dZX9L1q0SMLNMWPGqMaSu1WvXl2yNtmz3g2JVk+fPq12+MwRkDzu1KlTR48elQTQ09MzxhldunRJNi9ZsqQcQkJGqZEEUEZYRltiRHv7x/ecunXr1u7du9Xm0mGJgFeuXClJrgYkBhXGhfjuv72rQVRksKp0Spk3W9k/bB08NCQSR/ecOSr+fXVPR2NI9N8LpvC7Dw/U00qt0Tzyylsg/2VF/w9OTDgFAAAA3nTMj3uFJCXRy4GBgZIHxW7j5+cnjyoeSrjIyEgJxYoWLaqHcaJr166ZMmWaPHmyetqxY0eJjSyvdZWkRjOHUJa7atOmTfzHyps3rwrj9N3Ko+V0v5QpU+r5l6R19evXl4K6SlS+w48ePVpSNhVFaeasqkqVKjG6IZGfKkjANGXKFAmnJIyTp3PnzvX395coUx+fDBkydOrUSQKs2JeR6iQj02PZb7/99tChQ9WqVUv43mRIVRin+vPpp5/KG7dxY/Qikl5eXhJ6duvWTW+cNWtWydosjygkbtPTvQSOwNPMnz8/NDRUIjkVxqk+SIQnWd6KFSv0ZnKCepaXKlWqwoULS2zHMiB4efoCDmGBl27tbPhfGOdRMFv5SYRxic7eNUv2itPtXbOqp1ERvg8ONg4N8ubCVQAAACCZYX7cKySxyKJFi1Q5e/bskv7EbqNylhgrbD6TBEBqk1GjRlnWOzg4nD59WpXr1aunmQfk2LFj27Zt27lzp7rvmH7xpt6x+I/1zjvvxGgvRzlx4oRekydPHonh9KcqGFK3zJOzU4lheHj43r17Jfbas2eP9EfvRpMmTf78888vv/xy3rx5VatWlSzPcqqgpE7yuHv3bv2kNPMEMXm8cOFC7BVIK1SoIPnjjBkz9u/fX6dOHWlQrly51KlTP9feYpyv6s/JkycbNWokWZiaWhgQELB9+/bNmzcfPHhQXlKno19xbDmkzxyB+Kk+61MRFfVUYsRmzZqpmrRp01o2cHV1lceQkBB9Ah3wAv5bTfXRTe/ttUwRj+8L6eJZIluZsfr6A0hc9k5pc1T8+9rujpKBRj8Pv/Xg4AepS6+ysfFU/8FJj/uZJQcAAAC8uZJbHpekvp907Njx7t27CxcuzJ8//4gRI+Jso5IUfYJYDPJlWKK3bNmyxai/ffu2PB41i72Vn5+fh4fH+fPn+/btK5mRqixbtmzNmjUXL14co7Gzs7MWLz3PUmSEZedqWp8S553v9GB03bp1w4YNk/BItaxYsWKZMmUkH1SvSmS5fPly6ed2syFDhkgcJk/VJbfqNCdOnBh7/zIssSvlXFauXNm/f/+lS5eeOXNmzJgxMrxt2rTp16+fwWBI4N5inK+aqefv76+ejhs37q+//lK7SpMmjZyOBG0y1JabWKaTzxyB+Hl7e0t/YrxH6dOn18yLdeg1KoCLgRk0eBl6GBcZ7ndrR+3IkMd/RhxT5M5amjDu1bJ18MhWbsKVHR+rC1ejgk8/PNTCs9Ry+bOumX8Jyy80eZQ3iEgOAAAAeEMxP+4Vsre3H2oWTxuJZuSb1Zo1a4YPHx57NtOuXbvef//9jz76aMKECZb1KpH5/PPPf/rppzh3GxER0bp1a3V7uIIFC9auXVvCo71798bO457Jx8fH8mlISIgkQTEmkT3N2bNn27Vr5+np2bt37yJFilSuXNnFxeW3336zTKNKlSq1YcOGO3fuSKolPZQQrX379lmzZi1ZsqQ6TdlJunTptITJmDHj1KlTJTU7ffr0iRMnfjOTSKtLly4J3FuM81UX3qppjLNnzx40aJB0WEa+jJm8dx9++GGMPO55RyAe0ueDBw8GBwfrl7tqT+45mCpVKg14NfSLIiONITe3140IuqDq7V0yZys30WBHGPfK2Tl6epX76+qOdpER0f8xwBR44OGxT1IVm/34Vbvov7vl9w+RHAAAAPCG4v5xr5nkR23atPH29tbv+2Zp/Pjx8li+fPkY9RJXyeO+ffti5I+TJk0aO3asFA4fPnzp0qUWLVpIzNeqVSsJ47Qn12Y+b2QpqZbRaNSfqlutFS9ePCHbSs4YHh7er18/SaPq1q2rQiXVDUVyxk6dOmnmW7lJVtWrV6+RI0fKUxVXeXl5yeOePXss93ny5MlRo0aphTJiWLdunSRlN27ccHV1ldTss88+U/e527JlS8L3pi4m1e3YsUMeS5QoIY/qlm0yyN27dy9Xrpx8GZanV69e1Z4+qs8cAS3eD6269DXGyR44cEAe41x1N8list4bxCKMi7i1q0m43yFVb+uQyqv8X3bcM85aHFyzZCv3hz4V0ei73v9kN/1GciYzjT9cAAAAwJspueVxb+I3EwlrJC8bNGjQ0qVL9Ur5uiVR2vr16ytUqCCxWoxN7O3tP/744+PHj//88896pUQ/ffr0kRhOM99ITh4fPXqkvxoWFjZ16lTt+YdIssI//vhDlYODg9VMvdatWydkW3XlZmhoqF4jUdSyZcv0bsjOFy5cuH37dr2BuvFc5syZ5fGDDz5wdnYeMmSIfj2pdKBv374//vhjjDumKZJ8/fPPP3Pnzn2ZvUn39u7dq8rXr1+X7kmQp+4up04nJCREb7x8+XI14E8b1WeOgGZ+N1VnYm/+0Ucf2dnZDRs2LCAgQNXcvHlT3oKUKVPGvn1eUsYUnjeF+liqK1Xv7G8Xen+TqjfYuniV/9PeOYMGK3JKmS9r6d/0v6nD78wLuDBKftFJKqev7aARyQEAAABvIO4f9/pJGLRo0aIPP/ywffv2v/76q7qa8vbt2+fOncuTJ8/ff/8d5135Jb87ffr0Tz/9tHPnzrJlyz58+HD69On58uUbMGCAvFqwYEHZVgI+tVKBZDqrV69W673qyU4Cubm5DR48WCKq3Llzb9iwQXrVu3dvOVBCtpVDS6r43XffrVq1qkyZMnJo/YJZdUe2Tp06zZ49u52Zq6vr/fv3p02bVrJkyaZNm8qrOXPmlBPs1atXzZo169SpkzVrVsm/5KwlQVOT3WKoW7dusWLFZBOJ+aSxfGWdMWOGh4dHjx49Er43JycnOXqjRo0k85IBDAwM/P3331W+KfuXYaxdu7bsIX/+/FevXpU3LkWKFHJecjqWl5QmfAS0J3Fhq1atChUqFOP2dvI+Shgn72nVqlXr1asnnVm7dq3ErFOmTIlxnzvg5VmGcQ/Oj3vkvfDxCzZ2Wcv+7uieoKvUkbhc05TKVGzQrSM/qKehV3+ydStkk6m+jZlmvmqVvBsAAAB44zA/LkkoUqTIrl27vv76awmDTp48eeTIESlI7LV161Z1qWlsEjOtWbNm5MiRjo6OkyZNks07d+4sYY2a6iX5kcRzku/I3saOHTt37twSJUps3rw5U6ZM6mrHhJOEa+bMmfKVT4Iz2Vx2JR1L4LZ58+adPHmydElOREWHrVu3VoGUugZTQrFZs2ZlyJBh3LhxY8aMkbCvb9++//zzj8q/RJs2bbZs2SLp2OHDhyWrSp8+vWRkHTt2jPNwElxKnCcRmHRVDrdx48YPPvhANtcXPE3I3r744ouBAweqWWzVqlWTCFICOPWSdF7ivNDQUHlp1KhRN27cGDFihDSWl/bv3/9iIyA6dOggEeSpU6fUUq0xSH/Wr19frlw5SfRk8wYNGsj7qBbPBRKdCuNC/E76nvz+SZ1NllKjXFIX0fCapMxSP13+r/WnQae7hAV5qwtX1VWr+kQ5AAAAAG8Km9j/Eh9926DISPkX/bCwsDtbS5pCLmarvMo1XTUtSVLfQ6S38t3ELyDIPzBYQhZ1Yy+8PEmyJCtcvny59haQGFSyPEnc+vTpoyHxSHAgv0z8/XxdnJ1d5R9nJwd7ezs7W5EE5/XcOtjJ/+osY5ouDlm7uphJOC4BseptMp6IpC+oaowIvrGhuDH4kqpPk+fztHk7anjdvA/3C/Bep8oG99IeJVfIJ9PezGCmcWE4AAAA8OZgfhwAvO0sr1S9f7SHHsY5eRSUPE5DEpDx3f72zplU2RS4/9GVseHh4UYzNUVO429AAAAA4M3B+qoAgMdhXNDtNUHXpqkag51blpI/29gw3ThJMNg5Zyn1s2Zjq56GXv055MERtbCDftWqBgAAAOANwfw4AHir6VeqhgVdv3egnV6fufhwe+f0GpIMp5T50uXvqso2WmTw6Q4RYQH6jeSYIgcAAAC8QVhfFfG5evWq9tYoVqzYgwcPNLwCZARJlsWVqpF3930UZXy87G+q7B+4pa+gIYnxfKdN0L3dwT7RC8hEhd0IPPOdofBEdf84myfk3eSvQgAAACCJY34cgFeOdCApU1c7+l2cGO73eM1fB7ec6Qr00JAkZS4+wtbRU5WN95eE3N+spsipC1f5SxAAAAB4I3D/OAB4S0U9ERH64MHpQarSxuCQtdQvBltHDUmSnaNHlhI/6k9DLnwfHhYcI48jlQMAAACSOObHAcDbyHJN1QenB+pXqqbN84WDWzYNSZiLZ3EPryaqHBV6NeTGZLXWKlPkAAAAgDcF8+MA4C2lwrhQ/zOBV6eoGjun9KnfaaMhyUubt7PB1kWVw6//Fh5812imr7VKKgcAAAAkZcyPrk0gswAAEABJREFUA4C3jr6mqrh/uJMWFanqMxTqaWNIbuv8JEt2jqnS5uv4+InpUcjlEREREZFmhHEAAABA0sf8OAB4S0lqE3hzSfjDveqpc6oi7hmranhDpMrewt4liyob7y0I8zumL+yg3xlQAwAAAJAkMT8OAN4u+uQ4Y0TIg5O9nlQbMhYZoOHNYWOwy1Co5+OyjRZyoXfshVb5OxEAAABImpgfB+CVIxRIalQeF3h1amTITVWTKvsHju7ZNbxR3NJXcE1TWpWjHh0Lvbde3UWOq1YBAACAJI75cQBeOYLypEO/ktFkivS7MEZVGuzc0ub7UsMbKMO732s2tqocfnOCPkVORXIafy0CAAAASRLz417c7NmzUz+dr6+vlhiaNWuWIUMGLRmRwWnevLkqt23bVp6GhoZK+ciRI1IeNmyYlmQcOHBAuvTbb78lsL3lqU2YMEGebtq0SXtNsmTJ0rRp06e9umvXruc6NSQnjyfHXV8QGXJd1Xjm+tjW3l3DG8jBNatH1vdUOSroQNjDQ/olq/pVqwAAAACSmuS2jp71v3vkzp07c+bMsevt7e01AEhKLCbHmfwvjFKVNgbHVDlaaHhjpX6nrd/15aoccXO8MVUJieRsbW0NZsxOBQAAAJKg5JbHWf+LR+vWrb/++msNL2TWrFlaMtXZTAOSHsnjgu9uiAg8rZ6myv6BrZ2rhjeWo1t29wxVA+9slXLkww3hgeft7ArY2dlJJKffRY5UDgAAAEhSuH8cALwV9JlxkZGRfud/fVxrY5v6nTYa3nCeuT9VBYndwm9OUKs6cMkqAAAAkGRx/7in8vf3P3PmjPbSgoKCOnfuXKpUqcyZM5ctW3bAgAHyZfi5GlhasWJF06ZNc+XKlTdv3rp16/79999Pa6luxybtZ8+e3axZM9mkdevW69evl5fWrFnz4Ycf5siRo379+ocPH7bcKiAg4Ntvvy1dunSWLFnKlSvXv39/+VKnvyqVffv2HTp0aJ48eYoUKSI7V/WjRo2qWLFitmzZihYt+sknnyT83nmW94+L4dGjR7Vr106XLt2yZcv0yuc90NKlSz///HMZ2+zZs1euXLlr164hISHxtL9+/Xq3bt0KFixYtWrV0aNHR0RExGhw4cIFGcxChQp5eXlJm3nz5j1tV/r94+7fv58+fXr9vnK6kiVLyn70r8rxnNq4ceNkV3v27KlZs6Yct2HDhqr+xIkTffr0qVWrlrwv8smR9/fcuXMxjiIdkBOX02/RosWCBQu0p3uuzyHeXPKRC/M/Fea7TT1NmaW+vVNaDW84Z4+CLp7FVdnkuyz80U09ktMvUtYAAAAAJBnMj4ub5Fz58+evUKFCo0aNJBjSXpRkHA0aNJg/f37WrFklGMqUKdMff/zx8ccfJ7yBJUmXJKk5efJkjRo1qlWrdvbsWcnOZsyYEU8HfvzxR0lzpP3AgQMPHjzYqlWrIUOGSKWc1zfffHPx4sWWLVsGBgaqxlKQCEzOXcK7L774IlWqVBIqffTRR/KNTt/hzp07x44dK6mQZFXFi0d//ZOQS3YoSWi7du1KlCghYZ/s5N69e9pLkK+RsjfJCsePH9+4cWNV+bwH6tixY/v27Y8dOyanX69evWvXrs2ZM+eXX355WnsZTwm8JLSqVKmSZJHTpk3r0aOHZYPjx4/XqVNHcjHJK6UPEld16dJF3i8tXmnTpq1evfq2bdsePnyoV0paevnyZYn2VIKckFPr3bv3jRs3JAmVKFaeTp8+vUqVKosXL5ZPTps2beTtkK1idPjSpUuSeEoH5GNz69atL7/8UtLGODv5XJ9DvIn0yXHi4dnher1nrk80JAue7zz5AxtlDPeerK+yyhQ5AAAAIAni/nFxCAgI6NmzpwqhduzYMXXq1HjuECcRz9atW2NXOjs7S0GiqxMnTvz555/69CipGTx4sCRrTZo0SUgDS5MmTUqXLt2+fftSpkwpT729vcuXL79w4UIJcZ7WPUlh9u/fnz59es08OHIi0jepUXuQ2EXCl5UrV0pOJ09/+OGH8+fP//XXXx9++KHaXGokEZNNJNZRNZIGzpo1S7Ib9XTz5s3yqsQ9knMZDNHxrnSvYcOG8vTnn3/WXoh8dezcubPsWYZCH5bnPdD27dsXLVokidKYMWNUjYRZkotJgDVgwIA4j/vTTz/5+PjIVpLfyVPJK+vWrWvZoG/fvvIVV5K13Llzy9Pw8HCJ/EaMGCHdyJYtm/Z0EimuW7dOxllPuFatWiWP6i1O4Kk5OTmdPn3a1tZWM8dn/fv3L1KkyOrVq11cXKRm0KBBLVq0kI+rZKwSp+qnLIltv379pNynTx95l+W9k2bysYnRw+f6HL4A4oAkInpyXOCVkNtL1VO3DFUc3bw0JAtu6Ss6ur0TFnRJypH35xm9vjXa26u7yMkvFu4iBwAAACQpzI+Lw+3bty1nhEmoEU/jCxcubI1FXegnj5KgFS1a1PJaxa5du0oKNnny5IQ0iE2CGH3aVObMmSXlmT9/fjzdkwRKhXGiUKFC8lipUiUVxokCBQpo5llU8hgaGiphTcWKFfUwTnz//feSAE6cOFGvyZAhgx7GaeaIUDPHdipIEmXKlJH4adq0afq0uwRSXxTlUfIjSc1GjRqlh4AvcCAvLy9JlCyng2XNmlUCLHk34/yQ+Pv7//vvv9WqVVNhnGae1ybvhd7gwIEDu3fvli6pME44ODj07t07JCQk/imKQkbMzc1Nv7xXLF++PG/evPLWJ/zUJEdTYZyQz+fo0aOHDh2qwjjNnNZVqVJFCnfu3NE3yZgxo6SKegNJmaUgsWCM7r3A5/B5kQIkBWp+3KObC/WaNO+01ZCMeOZ+nPjbmILDfdapKXLMjwMAAACSIObHxSFbtmxp0qTx8fFRTyXEiafxoEGDnjZ7TqIfladItGRZLznO6dOnE9IgBknK9u3bJ4FavXr1qlatWr9+/Xz58mnPOhe97OjoKI96PKfXqFuqSbAoX9tKlSplubmzs3OxYsUk9Xv06JGra/QKjNmzZ7dsIFt5eHjESG0kMZRdXbly5d1339USTH1jXLJkiWwoBXVV5gsfSPI4FecFBARs37598+bNBw8ePHnypNSEhYVJOBWj/alTpyIiImLsx/KtP3/+vDzevHnT8s1Sua0KNOMhYVzdunXl1B4+fJgqVSp1sWrfvn2f69QsRz5FihQqOwsPD9+7d69EwHv27Dl27Jg6O71Z4cKF1TxNRV1ffOLEiRjde97PId44+h3E5EMV9CSPs3NK55y6qIZkxD1jDZtjI6JM0b8EjD4rjBmaqktW1RQ5YnEAAAAg6UhueVyizAKQCGPOnDk//PDD1atX27Vr17p1a+2F3L59Wx6PmsV+1c/P75kNJKaxrPnss88kIvnpp5+Wm3377bclSpQYPXp0wYIFtaefS4yap30lu3XrlmaeFBajXtVIPJQjRw7NPM1Kf0lG+9q1a/IN/8cff4y9Q0l5niuPUySBkkzwwIEDffr02bJli729/QsfaNy4cX/99ZcaZAlYK1asKOmVitViU4GUNLOszJAhg16+e/euZp5cFnt+WfwzKJXGjRsvXrxY3rVPPvlEXazarFmz5zo1FZ7qJCQdNmyYxIia+U2RsytTpsy2bdss21hmr2oPcoKWC3Qo8X8OJdCU+E/Dm08+ZhGPrhiDTqmnKbM20JC8GGyd3DNWC/BeK+WowJ0RYf5GBwf5Laqv6qAxWRUAAABIGpgfFzeJhNasWaO9HJWGfP7555KgvViD2Nq0aSP5oASF586d+/fff2fPnv3hhx8eOXIkRljzAtKlSyeP9+/fj1Gvajw9PWNvIqOdNWtWNze3HTt2aIlEcqWFCxf26NFjwYIFf/zxR/fu3V/sQDIygwYNkvdRhreMmcFgkLF6Wh6nruGNsYSCv7+/XlbjM23aNH19iedSq1YtycIky1N5XOnSpVW++WJjePbsWUmK5U3p3bt3kSJFKleu7OLi8ttvv8XI42JcyStJnIRrWbJkibG3F/gc4o2jEpmAqzP1mpSZamtIduRtVXmcTVRExP1VRue28gffzs5OPgA2ZhoAAACAJID7x71CkrNo5nvzx+jVpEmTxo4dm5AGlsLCwnr27DlmzBj5QiVRTt26dceNG9e8efM7d+4cOnRIe2k5c+ZUnbGsDA0NPXbsWO7cuZ82Q0p6cubMGTV3TCdR5qhRo15siVUJqpycnCRK8/Dw+OWXX7y9vV/sQOpmbTKSkuiVK1dO3ZpNckztKR8SdSu9gwcPWlZK7KWXvbyib3sfY3wk3pIOLFu2THsWe3v7hg0bbtmyZfv27RcuXLAM9V5gDOXV8PDwfv36SR4nnwR1F7lr167FaCYHsnx68eJF2SrGFcfac34O8caxvFj10c3Ht5u0d8nsmCK3hmTHNV05g+3j20pGPVwd+QR3kQMAAACSlOSWxyWp//gvEczHH398/Phxy1UyJUnp06ePuuPYMxtYcnR0lLRo4sSJlhmNmsAVe8bTC0iZMmXTpk137969aNEivXLEiBGS9zVq1OhpW7Vo0UK+5nXr1k3dhE5cv369R48espPYl74mXPr06SVsCg4O7tWr14sdyPLWeMry5cvVqMb5pVQCRwm29uzZs3Tp46UnfX19LeeLSVAomd3UqVMt56DJG/fjjz9aHiUeMrzyOGTIEM18+ape/wJjqM5O0lK9RsI4FQtant2pU6cs383x48fb2dmp62QtPdfnEG8ilceFPjxsCn0c2npkeU9DcmRjsHfPVFOVowL3GEN99TBOpwEAAAB43bh/3Ks1aNCg06dPS6yzc+fOsmXLPnz4cPr06fny5RswYEACG1j67rvv2rZt27BhQ4lUJHmUAGXdunVffvml5aINL2P48OEXLlzo2LGjZFLSh3379kk+VaVKFX2NztgkS5Jm0ufq1avXrFlTcqIZM2aEh4fL40tmo5999tmcOXMkFVq9enWDBg2e90ASrsmGtWvXlsb58+e/evWqJFMSugUEBEiIqS9LakmSNQmw2rdvv3LlyowZM8rmkl7pr8oRx40bJ+Mvgy9vgYzP0aNHZfwlWbNcljQe5cuXz5Qp0+HDh+UULO9M9wJjWKNGDXmz5POwatWqMmXKyEktXrxYvWR5ja27u3uXLl2OHDlSoUIFOSlpM3ToUBmN2Dt8rs8h3jiPV3K48d/Kqimy1NOQTKXMVMv/RvQEYRvNZPRdGenaXl/VQT4JXLIKAAAAJAXMj3u1PDw8JFEaOXKkhCyTJk3atWtX586d165dq897emYDSxJL/fLLLw8ePJD2kydPli/YkhANGzZMSyTp06ffuHGjRDbBwcHTpk0zGAy//fabhDixVyO1NHr06AULFkh2I4/SWEKlzZs3S0ikvRx5K3/99Vfpww8//KAmjj3XgVq3bt2rV6/Q0NBly5aNGjXqxo0bI0aMGDhwoLy0f//+ODfx8vLasGGD5JsStHcpnnIAABAASURBVM2bNy9PnjwyCJYNihcvLm9Qjx49bt++/ccff/j6+sqe5Y2Qb7laws5IzU2LfQe65x3DvHnzynHlQ7J161YVosn5qkjO8pLbRo0ayeht2bKla9euMhQSycnZxbnD5/ocvgCm5LwulrOiQu+vU5VOKfM5uCbCpFokTS5pSxvsH99hIPLhZqPRaDlFTgMAAACQBNjE/rdzqZF/d5d/gw8LC7uztaQp5GK2yqtc01XTkiT1BUN6GxFh9AsI8gt4lCFDBnWzMABJQUREhPwy8ffzdXF2dpV/nJ0c7O3t7CTGtE2CU3VuHezkf3WWMU0Xh6xdXcwkj3ZwcFC9fePmFum/IcOD799Y+ziDS5OnQ9q8nTQkX96HBwR4m5ckMrg6lDjq4uIqf/Akbbcz/8FjYQcAAADgtWN+HAAkZyqSC763Ra9x8SyuIVlz1d9i0yNj4EmWdAAAAACSGtZXBYBkS19ZNdR35+MqG1vnVEU0JGsunsX0silwvwrjuGQVAAAASDqYHwcAyZNKXh7fPO5JHufsUdBg66ghWXNwy25rn1KVowL3SxIXY5VVDQAAAMBrxfw4AEi2VPgSGR4YGXRG1XCx6lvCNU3px6Wgg/r8OP2SVf6uBAAAAF4v5scBQHIWPTnOZ5ummdRTyysZkYy5pHn8RtuY/I1BZ1liFQAAAEhSmB8HAMlTHDeP02xcUpPHvRUsJ0KazJescgs5AAAAIOlgfhyAV47v/9ZnefO4cP9jqtIpZT6DnYuGt4Cjey79FnJa8GluIQcAAAAkKcyPA/DKEZS/Lmp+XMSji+qpU8q8Gt4ajinyPC6FXYsdxvHXJQAAAPAaMT8OAJKnx9GLKTwq7JaqcXDNquGt4eD25O0Ov6bCOHXJqgYAAADgdWN+HAAkT48vVg08r9c4uGTR8NbQ324b431TZBjXqwIAAABJB/PjACAZ0q9JND66pFfau5LHvUUcLN5uU/CFKAsaAAAAgNeK+XEAkNxYLuYQEXRRr3dwy6Eh0UXc1aIitKTn/y5PDrtmub4qf1cCAAAArxfz4wAgOdPzOFuH1AZbBw0vwfToqin4RsxKvwVa1F0t6bG3yOOiwq6xngMAAACQdDA/DgCSp8f37w+5op7+d3d/vKhIny1RoTcta6JMoVrYOS0yKeZxBlsnW0dPVY4Kvao+D4RxAAAAQFLA/LikTr4+TZ06NSAgQD2dMGFC6tSpt23bplnLgQMH5IijRo3SEkNgYOCUKVM0vGX48m99+jSoyLA7qibpLOZw8sSR8b//2L1ruyYNK3z+WdPhQ3ttWLdCe/WaNqr0TbdPtBclcVbkw12mwNOWlTbG2/J7Oio6j0uKH/L/Llk13n+83O6TSE7jDyYAAADw+thpyUvy+3bRt2/fSZMmNW7cWEsWGjRoYDAYOnTooOFtwoXkr0t0/hIRqMp2T6ZKvV4bN6z67ZdBUnB0cvbKnsvX997unZvl5+jRA99+N8hga6slQabwiNsrjbeXmB5djPQ/Ywo8ZZfpA9tUZTUbgxZxS163ifLXosI1G0ctibFzTK0KNqZgbh4HAAAAJB3JLY9Lfl/7AwMDtdcqb968K1asyJYtm5YY5HRSpkypAXjF/lvSwfRI1djYOWmvW1hY6NTJY2xsDF9371ez1nsqfbt44eyvowZu3bwmb75C7zdqoSVBNna2HkW0CL+IsFs2jpkMqSsZXHJGh3FalCncW16PinxoExWSBPM4g+2TNz3yUdT/0wAAAAC8Ptw/Ds+QIkWKihUrJlYeB8BqHscukY/zOIPh9edxZ8+cCPD3q9ugSe26jfSpcLly5+vTd7gUdu3YpCVNNgaDay777O1tPUrbZ25un6mJjVOG6HpTqI3JJ7oQFaBpIVrSY7BzflwyPYqRxPHXJQAAAPAacf+4JK1QoULz5s2TQu7cuWvWrKnXG43G77//vkSJElL/8ccfr1q1ynKre/fuDR8+vHHjxl5eXkWLFm3SpMmaNWv0V9u2bSv5mq+vb//+/StXrpwjR47333//yJEjT+tDjPvHSfnDDz+0bDBu3Dip3Llzp3p6//793r17lytXLkuWLKVLl+7QocPNm9G3Pz9//rw0u3bt2vHjx6UgR4/zcKGhoRMnTmzVqlWePHny5ctXr169MWPG6K+q2+d5e3uPHz/+vffekxOsWrXq/PnztXidOHGiT58+tWrVki6VLVu2devW586dUy/JicsOly5dKmMoB5XRKFOmzMCBAyMjI/XNpcPt27eXkZTDVapUSXoeEhL9xXvw4MGyrYyP3vLzzz+XmmXLluk1AwYMkJpbt26pp+vWratdu3auXLny5s0r/T969GiMYdyzZ4+80XKghg0basDLiZ4bZ/xvgq3B1ll73Uwmkzw6OcRMBr2y5+rQscdHrdqrp+fPnWpQp+Sa1Ut++2VwuzYNmjaq1P/7LocP7bXcJDw8bMni2T/0+7p5s2otPqjRvWu7+XOn6q8unP+37OHk8cNffdmq6fsVv+3+WezOjBk9RNqM+22YlmC2aWtEz4zTRfpEqflxMs6ma1rSY2N4/KbbmIItV1YljAMAAABeL+bHJWmdO3eWGEgK3bt3lxxNr5dIaM6cOaVKlZI0au3atRLJbdr0eF6JxEPly5f/448/7OzspD5dunTbtm3r0qXL3bv/Lf8nkVmNGjUCAgJ69eolIdTu3bubNm2qZ0YvIzw8vHnz5pMnT06RIkW7du1Spky5ZMkSSQbDwsI8PT0lQ/Tw8MiYMaMUqlWrFnvzhw8fSlzVr18/Hx+fFi1aSOC4b9++IUOG6GenSKC2efPmTz/99Ntvv71z546MkgzC07o0ffr0KlWqLF68OGvWrG3atImIiJB0skePHpZtJAsbOnSoNBsxYoSjo+Pvv/8uWZt66fLly5JXyiaSoLVs2TIoKEgyQbW5OoVdu3bp+9mxY4dmfgv0Ghn8d999N1OmTFKePXu27EHCRBmQBg0aXLlyRSI5y82FRJk3btyQLFIOpwEvSv9NqN88ToueKvX658fly1c4RUqPlSsWzp016YGvj+VLTZq2Lla8jGXNnNmT9u/f+UHzj3t8M1B+twzo+5UkdOqlAH+/r7u0mTp5jJ/fgxo138ubr+CF86dmzZi4f99Oyz2M//3H+/fvZM4sEXfOGD2ZM2vShnUrqlWv37V7Py3B7FJXsHF9sitTeFTQFi3yQXQ5MkIzHdZMifBbNHHpb7pNVLBGEgcAAAAkGdw/LkmTpOnUqVNHjx6VQE3yLL0+ODh4z549mTNnlnL9+vXbt2+/aNEiidjk6fDhw0NCQnbu3Jkz5+MvjQMHDpSAaf369XqiJ3mcJGI9e/aUskRCadOmlcxLEi6Jq7SXs3379mPHjklc+M0336gaCdcmTpwo/ZHuyRHnzp0rIZ06dGyTJk06efLkX3/9pU/BW7dunWRYkqaps1NSp04tMZ8qly1btm7duitXrpTH2DuU+Ew6U6RIkdWrV7u4uEjNoEGDJOmT4OzixYu5cuVSzSSLlFBSjbDsp1KlSrJDGRPNHKJJcCmblytXTp5KbCcjtnTp0l9++aVChQoSO0qgJmmpvHT27Nl79+5ZzpiT3crpqFdlzAcMGFC8eHHZ1t3dXWokSWzUqFGfPn22bt1q++TCPScnp9OnT9smzVva400UGaQXbZLA/DhnF5f+P/wycEA3ydrkxyt7riJFShYtVrpk6fK2tjH/PgoMDJg89Z906TNKuVyFqt2+ajv97/HVqtdzcnZetnTujetXvvlucI1aDVTjvbu3DR387ZZN/5YuU1Hfg4OD47wFG2KvEbH236VzZ0+qVLn2Nz0HPd/fGnauj1tH3I/ymx8VduZxfXiwKeKBwWa5FlVNs5UwPan8TfTfpMio8Kgo1nMAAAAAkgrmx72RPv30UxXGCcl0HBwcvL291dOOHTuOGTNGD+M0c8CkmdMfyz1YLtgquZI8qqtKE8WNGzf0N+Lbb789dOhQnLPhYqtZs+aIESOaNGmi19SqVUvOznJyn/b/nS9durQEbU/rvMlkGj16tIRoKozTzIFXlSpVtP8fEOmeHnemSpWqcOHC165di4iI0Btcv35dFezt7adMmSIJqZubm6RmsisJRo1Go7y0b98+Ozs7CfvkVbUKh0Sc8li9enV5lCDS39+/R48eKowTGTJk6NSpk+StksfpB5LNCeOQiCIjAvRyUrheVRQsVHTMuBlVq9dLlz7TtauXViyfP2TQN+3avBf75nHVqtdVYZyQP1wN328eFBiwf3/0LNQyZSp3+KJH1ep19Maly1aS3O3BQ1/LPdSs3dAyjIuO3mxs9uzaOn7cj2XLV+3VZ6jBkLC/BKNCHxci/aOCNkf5/G66Nywq7LS88LjeFKn53TL5XTIFzIoKGhcV/G9U+EUtCbCcFBll9NMAAAAAJA3Mj3sjFShQQC/L98k0adIEBT2eBVOvXj3NnEseO3Zs27ZtO3fulDhMi17WMMxyD+nTp9fLEi1p5jl32kuTaE+iwBkzZuzfv79OnTo1atQoV65c6tSpE7h5CTPNnOht2bJF+n/w4MHw8PAYnU+bNq3lU0m41A3dYkuRIkXz5s0184W0e/fuleRL4jMZGe3/ByTGDl1dXeVR9inpm4SDf/7555dffjlv3ryqVavWr18/T548ekupWblypey5YsWKsufixYvL+U6cOPHAgQMSw23fvl3OXU2su3gx+sv57t27T58+rW8uqZ88XrhwQZ/9lz17di05Yj6ONf3fPcKiwvV6g62DljRkyZq9Z++hUggKDNy7d9vB/bt27do8YljvLzp926hJy/+aZfGy3CpbthzyeOniucpVaufNX0h+5OndO7cOHdxz5Mi+M6ePmyIjI8L/73dFhgyZLZ/KgNy9fWvkj32jokw5cuQ2JDz7DvpXc6ur2bhopkda6Kmo0DP/JXGWew8NijL5R4VdibK9YOdpsHHIpb1uNhaLeNiYQvUys+QAAACA1yu55XFvyRcMR0fHGDX6iZ8/f75v375qZpZmvpyzZs2aixcvjtFeny+mU/dZf0nOzs6ST/Xv33/p0qVnzpwZM2aMRF1t2rTp169fQuahSKooLaW3Kl/LmzdvtWrV1IoWL9z5devWDRs27NSpU5p5cpwEZ2XKlJGkz7KNCuBiUENauHDh5cuXy5BuNxsyZMg777wjT9Ukvtq1a2vmW8jJbiXsa9GihZpsKHmc9FxqJLBT891u374tjxLVxT6QhI96OfY7mzy8JUF5EhSl/ZfBmSJDtSTGzd29Zq335OfK5QvDhvT8e9r46jXqu6dIqV5NkcLDsrGzS/Sf06Cg6MmnIcHBEyf8vG3LOqMxeh5rhoxZSpQot3nTvzH2L3/kY9T4+fmmS58pKChgwfxpcqxMmbNqzxJlCo0K3mvjWtzGJrtmn8kmTVcb48OooE1ayN6oJ2vXRi+dERJg9Ltn45jbLstX9p7lksglq1Emi4CjlPM1AAAQAElEQVTS4Mj1qgAAAEASwfy4ZCUiIqJ169bXr1//8ssvCxYsKGlRmjRp9u7dGzuPS0Qx5qZlzJhx6tSp48aNO3369IkTJ34zS506dZcuXZ65q969e0v61rRp05IlS1apUiV//vzyvTF2HpdwZ8+ebdeunaenp+y5SJEilStXlixP+hMjj4tfqVKlNmzYcOfOHck6ZTAlZGzfvn3WrFmlk5kzZy5QoMC+ffvkpXv37pUvXz5VqlTvvvuu1Bw6dMjHx0ef+KYmJEp/0qVLpwHWYmP7X9ZsikyEObAvqVvXj69eubh0+Y4Yc9Ny5MxdqXLNRQumX7p0rmix0qrSz++hZZu7d6NXS3B1jZ7P+/u4Edu2rK1QsXr+AkWKFS+TPUcu+V0RO4+LTcK+H3+aeOTQ3vG//zh+3I8jfprwzE20sHOaKczGdFczZH9cY5fKxuMDzbl4lN8sLSL6yvfIoIcRPjfss7a3z9LSxs5FSzJMxv9+P0fZJIkLlgEAAABo3D8u6XuuhPHw4cOXLl1q0aLF8OHDW7VqJWGc9uSiyMQaGScnp9DQ/5tlY3kB5rp16z7//PMbN264urpKjPXZZ5+phRe2bNmiGsRzOtLDZcuW5cyZc8qUKZ06dZIwTiq9vb0lZHzhzq9ZsyY8PLxfv36Sx9WtW1dNrFMDkkATJkyQzmjm271JnNerV6+RI0dq5oVTVYOqVavu3r1bTUgsXTo6R5BU7uDBg2pN2Fq1aqlmXl7RV97t2bPHcucnT54cNWqUNNaAV8NgZ5HHGV///Ljs2XMZI8J3bN8Y+6V7d6PnkDo7/xdmXbxw2rLBsaPRf1Ly5SssvxB27diUNl2GvgN+btKstYRxUn//3h2TKfKZvysyZcqaIWPmug2a5spT4NjR/du2rIu/fVRkYFTQRpuoyCjjWc30/9fFO+a0SfmBZhM9pzXy0QM7z6r22dolqTBOswhho6JsNMPrX2AXAAAAgJLc8rjkNz/O3t5eS/DN3Rwcoq9Ne/TokV4TFhY2depULfHyuAIFCkiK9ODBA/VUAqbVq1frr0r49c8//8ydO1evUTe201efkB5adi8GW1vbyMhI2YleM378+JfpvLr80zJAlDBOUr+E71MCwYULF27fvl2viXFG1atXlw5PmzatePHiqVKl0szXCEsbqZFEUkWi4oMPPnB2dh4yZIh+daq8p3379v3xxx9j3L0OSERJbX5cw4bRSyf/OmrggnnT/Pwe6PVLFs/etnWdZGS5c+fXK3ft3HLyxBFVvnPbe/Om1Z6e6dTyqTYGgynSZLRYdGXhwula9J9rLSHkb4ruPQYYDLaT/xodEvyU30iR/tqjXVE+47Swi1GS9AUci3o0OSp0V5TR57/9OGTVHLJEl6IM9hkb2RiS3JRzU8STDNGQtIJCAAAA4C3H/eOSOpX7tGrVqlChQnHefcxSwYIF8+TJs3TpUrVEgJ2dnYRlt25FX+QVEBCgJYZmzZr169evWLFiTZo0kaxq27ZtDRs2XL58uXq1bt268tJPP/0kL2XNmjUiImLGjBkeHh49evTQT2fLli3vvfeetPzqq68s9yzfkBs1ajRnzhwJtqRB6tSpJeyT/bu7u/v7+2svRAZh+PDh33333apVq8qUKSODoF+6m8B9durUafbs2e3MXF1d79+/L0FbyZIlmzZtqhpUqFDBxcXl4sWLHTt2VDWVKlWSR2n52Wef6fvJmTOnDEuvXr1q1qxZp04dGRwZtNOnT0sep6bOAa+CwT6FXjZFvP48Llee/B2//O6vib/MnD5BftJnyJw2XYY7t2/63L+bImWq7/uOsLyO1c7evm/vLytUrO7q7r5j24aQ4OAe3w60M/8niooVa2zZ/G+7Nu+Vq1g1ZcpUJ44dOnXyiKOj06NHgQnsSY6cud97v/mKZfNm/D2hU5eecbQwBUWFX9VM0TuMvj3cw9umWxcMHn526VJrdo9zds3gqtmm07RLNvZpNMf0WtLz3/w4AxerAgAAAEkI8+OSug4dOkj6c+rUqZMnTz6zsYODw/Tp0yW5k8Zjx46dO3duiRIlNm/enClTpgMHDmiJQVInibdknCXYsrW1layqZcv/1kO0t7eXuEpSMKmX+Gnjxo0ffPCBBHD6sqGS5UlnDh8+fPXq1dg7l+xMIjkJECdNmvTHH39IziVHkfRK0q579+5pzy9v3ryTJ09Omzbt1q1bpT87d+5s3bq1iuQSeJWoBGezZs3KkCHDuHHjxowZc+7cub59+/7zzz9qKqJmnoKnAjjJ+1RNqlSpJBjVzFPnLHfVpk0bGQo5QTl9iVbTp08vyame4gGvhI1t1JP/7mIyJYn1HN5v/NHPv04pVbqiRG9373ifPH4owN+vVp33J/w1P0PGLP/XslGLTzt0vXPHe8e2jcWKlR0zfmbZclXUS50695Syn5/vmlX/LF0828nZefCwsbLP27duPnzgk8CefNyuU6pUnqtXLb5y+UIcL9tntknV2pC2l419Bs1kND6KdMg91j77DzYu+S0a2drYZ4z+f7vUNnYptaTHZHwSwprnx9mYaQAAAABeN5vYE8qkJjIy0mg0hoWF3dla0hRyMVvlVa7pqmlJkloqTnobEWH0CwjyC3gk0UlClvJEAu3du7d+/fo//PBD9+7dNeD5RUREyC8Tfz9fF2dnV/nH2cnB3t7OTuJc2yQYDdw62Mn/6ixjmi4OWbu6mDk5OUn8qnr7pmQZJpNJ/RoPDQ29szFH9KWXkhRnb5GhcE/tTXD+3KkeX7dr/tFn7T7trL12j/ZG+kwz2ZS2z/qZZhPzL5eo0DNRPuOMjzI65Omr2SS5Kec39ncPurtTCpEO+bQ8i1xdXeUjLX8I5SNtZ/5DSDwHAAAAvBbMj8Mz3LkTvXqgujMa8GKS34XkSZ/6ZRj9aPv4xmGRYQ80vACngprBwcY5V+wwTtjYZ44yRdo4ZUuCYZww6m+6wcXy70cmygEAAACvF/ePw1PduHHjjz/+UMs1FCtWTANeFN/8XyNbx/SR4dFLl4YH39DwAmzdbRwKGNzzPuXVFJrBw+CcW0uSwoOeLCdtn8bGggYAAADgtWJ+HJ7q0qVL06ZNs7OzGzZs2LvvvqsBeEPovwmlYOvyjiqHP7qp4YUYPNvaOGV82qs2KT+0TVFQS3oiw/1Nxserx0baZdWYFgcAAAAkGcyPw1NVrVr1xVZRAJAUqOTF1jmHemoyBkWG+9k6eGhJXp68BVevS9CKK1Zi5x7Piwb3/7F3H/BNVf0fx2/TNF2U0bL3UAQU2QoyBGSDLEGQIQqiiCKigoggQ6b4l/EoS0QRZMsWQZClIsiUvWRTdqG7TZvk/2uOXGNaSkGatM3n/fKV5+bcc2cCPvn6O+dW0zKkhJh/ElibqagexpHKAQAAAG5HfRwAZEH6yETvgJJ6IyVyHsXskMdpvsWcBqvyr0sAAADAjbJaHkd9HADoJHMxBpbS3zoWTCHLM0c55nHFDQYDU8gBAAAAGURWG6/KbwwAUFTsYsxWWm+hPs6j6PVxVi9/L2NOwjgAAAAg46A+DgCyIH2mMIMxSDMGq0Yz9XGeRC+HtJlK6kmcXiWnAQAAAHAf5o8DkO4Iyt3inwjm9iMd4sKPa/AMNps19tZRtWw1FjHc5vhvSf6NCQAAALgL9XEA0h0/+93l70c6ZCuv3sZHnLAkRmvwAObIkzZLrFq2+Zd1HKwqqZzGn0oAAADAraiPA4CsxnGaMAlfTLlq3F5ji72xT4MHiAnbqy/bAqo41cfx70oAAADAvaiPA4AsS+UvPsF19BbHmAZZWMz1v4NXq5e/zb+sYx5HGAcAAAC4HfVxAJA16ZVQRt8Qg9/fU8iRx3mI6LA9asHi+7jB4K2HcURyAAAAQEZAfRwAZE0qfFG8czypGmNvHrRZEzVkaQnRFyzxN9SyNaCywQFhHAAAAJARUB8HAFmZSuV8clb/+73NEntzv4YszbEK0upfySmP027PMKgBAAAAcBPq4wAgC3J6nqbPP4900GJuMGQ1i4sJ+3vyOJvm7RWYlMd5e3vrxXEkcQAAAIDbUR8HIN0RlLuLPmTVGFBc88mrGqOubdOQdckft8jLv6hli295L4NRhXGMVwUAAAAyDurjAKQ7fv+7kcpfJJExBjdQLbFhfybGXdeQRcnnazGHqWVLYM1/5hC8XSKnAQAAAHA36uMAIMvSx6sK37yt9PaI0J80ZFERoev1ZUtQU+/bvP5NAwAAAOA+1McBQFamR3KmkDqaTx7VGBG6QUNWJP8S1PO4RFNZL98CKoxT9XEkcQAAAEAGQX0cAGRNjs9zUHGMMaSZWhV7cz9DVrOk2LB9+mDVhMAG3g7UN4F/SwIAAAAZAfVxAFyEIMAt9EhOEhnTv4asrtOQ5TgOVrVlb6yHcfrDHDQAAAAAGQD1cQBcgT+bbqTP6O8bXMNmzK0aGbKa9dgHq/79sSb6ltcHq+qRnMafRAAAACBjMGpZgvqBIa/yayQyMlJf/u8/PPT9pOVVexDu6YiZ9BrdddwMe1ez9jVaLJakzvroydsLGtKf/nejqo8TPnlaJ16aqSUNWT2QEH3BJ7Cwhqwi9sauFAer6sVxRHIAAABABpFF8jjN/gNDfnQYjd6xsbG22zR7vYDKBdK+nwcSWKTTftIjRtHulwviJO1+Pdj7ljHv/4Pd2wP/NPWdSAQg+7wdCEgjg8pdTQWgKpLzy982yp7HiRun5uUvP0BDVnHj9Hx92RrUwOTtbbRTkRwxHAAAAJBxZKk8zs/XlDPIFhsXFx+fEJ9gTkhIsFisejAHwMXsKXlSFGAy+fj5+nobvFUkRyzgevqQVZ8clbSA8lrMAWm8dW5Fnkd6eZuya8j84qPORl3eqpbNAfUMvvmdBqvyZw8AAADIOLLOeNWk6g8vg9FoNPmYVP4mP0CsVht5HOAu9posL4nhfHyM8o+9TIdcwNWSD1n1LfJ6/LHe0mizxt88syh36Vc0ZH5hf83WlxNydvP5d3GcojFYFQAAAMgYskIed3soln28qs3bak26KFm2WHysVurjALdRfzaT/mB6G/+O5Ox5EImA66k8TkVyvnmfjT89WjNfkPaw0wtDHurmZfDRkJklxt+8dX7N38u+FbWAR/UwjsGqAAAAQAaU6fM4fbor++/MpNniNFNSGJeY6H07jNMAuIuEACoDSkoG7Au3y+NIB1xNL5EzSjRa8JWEM8Ok0WK+GX5+Vc5ibTVkZmGn52m2RLUcn6Oz9+3iOMfJ4/hDBwAAAGQcWWu8qsFLfnsk1eMYkupxbBqDVQF3+mekpJdBf8ajXqpDOuAy+g1X1VLy96RfwS4J5ydolnBpv37imxxF2/BxZF5WS9zNUwvVssVYxBb0tI99fLjjYFX+0AEAAAAZShYZr6pK5Ozj4Kzyu4Np44CMw+t2PZyqz6JOx11uDx+2R3KmQO98XSyhX0h7Qmxo9JWt2fI/rSFzunV2ywPJggAAEABJREFUqdUSo5bjc3RVSZweyTFYFQAAAMiAsk59nFpQ81UbDP8K4wjmALfQ/2DqtTlOLXAlxynkkkrkCr8SdWmGly1BVl058nlgvjp8KJmRNTHu+omv/l425LRmb+70JAc1YyM5OAAAAJChZJE8Tvv3z3u1TAwHZAROKQChgFv8e6rNJD7++bxzt7VeSxrnaI46fevs0lzFn9OQ2Vw/McNiDlfL8UEdvX389Mo4FcmRxAEAAAAZUNbJ4xR+dQAZDX8qMxQ1ZFWFNX5F3465vkyzmaX96tHPsxdu4m0M1JB5mKMv3PjrO7VsNYQk5nrBz2GwKk9yAAAAADKsrJbHOeIXCADo1F+JBvt4fhXJ+QQW9S7wuiV0krRbEyKvH52W77F3NWQeVw59ptksajk21xvePoE+djzJAQAAAMjgDBoAwJPoo1YluPEr1sfmU0C1h51eaI4+ryGTiL72R9SVrWo5waeMNUdzlcTpeRyDVQEAAIAMizwOADyFPq+//lQHo4+/T7HBt9dbL+8foyEzsNksl/aPuv3OKy7PhyqJ0yeP0werahTHAQAAABkPeRwAeBbHPE7iG9+8LbTAqmpV9PU/oi5v0ZDh3Ty9MCHmolqOC3zWy/8RHwc8yQEAAADI4MjjAMCDONbH6ZGcqeQo2+1/HVw6+InNmqghA7MkRF47Ok0tWzX/hNxv6cVxKoxj5jgAAAAggyOPAwBPpD9oNSmPy17WkKerak+MvXL1yOcaMrDQvUOtlhi1HJerl8Enh2NxHDPHAQAAABkfeRwAeBa9RE6oucZMJpNfiQGaMVh1CDs1N+rKbxoypJtnFuqPcUj0LpqYo31Somrn+GRViuMAAACAjIw8DgA8kVMk5+Obw7vEJ/rai3s+TIy7riGDiQs/fvngZ2rZavOOzTvS6GNKXhyn8jjCOAAAACDDIo8DAI+jF0+p+EZFOX55Gmq5/x61ak2MurD7fZvNqiHDsCbGXdj5rmazqLexud70CiijyuIci+OI4QAAAICMjzwOADyR1236LHLCv+QQm18Z1SE27M/rx2doyDBC9w1LiL2kls1+T1pyvaA+NaeRqhTHAQAAABkfeRwAeC79WatqFjkf3wCfh6fZvALU2uvHZ8bc2KchA7h1bkXkpQ1q2eqdJy7vyL+fxXF75jg1WFWfOQ4AAABARkYeBwAeKvmDHSTT8Q0qYSj+z0RyF3a/nxh/S4NbmaPPXz4wTi3bNO+o3GMMPjkkhvP19VV5HI9xAAAAADIX8jgA8Gh6iZw++NE3bzNb8PNqrSX+xvkdb1kT4zS4SWJ82Lntb9qsZvU2JntPr8DyJgcqS2WkKgAAAJCJkMcBgOfSy6mcI7mSw2ymUqpPXPjh83/0tVkTNLicJSHy7LZeCTEX1VuzqVJicLe/P6PbxXGMVAUAAAAyHfI4APBoTqNW/56SzDebzyNf24x5VJ+YG7sv7Oxvu/1kT7iGNTHu3O9vmKNOqbcWY4m4/J84hXGMVAUAAAAyI/I4AIDzgx2SEp+gYoaH59gMQapD1NVfQ/cMsdlsGlzCZk04/0ffuPDD6q3FO29U/s+9TTkdR6o6PlaVkaoAAABAJkIeBwCeTuU4jg92UHGPX45HDA/Nsnn5qW4RoT9dPjBGQ/qz2SwXdvaPubFbvbUackXl+8LbN4+qjFPFcXoYRxIHAAAAZDrkcQCAf00k98+oVZGzslZ8st7t1tmlV498riGdhe75KOrqr2rZ6hUYmXeiwa+oHsbpeZyqjBMaI1UBAACATIU8DgCQRJ9ITo1albjn7+wnd31r0Qk2299xz42T31z6cyQDV9OJ1WI+t/2tiNB1f7+1+UTm/tQQUOZOYRzTxgEAAACZkVEDAOA2PZKz3SaNtrwtzNYY7cKHqs+tc8st5vCClUcZvE0aHhxLQtT5HX1ibx5Qb22aITrvJ17ZKiUP45g2DgAAAMjUqI8DAPwt+ahVNXDVz8/PlP95a4H39Z6RlzdJcmRNjNbwgCTGXz/7Ww89jBPRISNs2WqoME4+ghTDOA0AAABAJkQeBwD4h2MkJ6GPyuP+rswq2MNaZLxN81Y9Y27sPvNr98T4MA3/WXzUmdNbX4yP/Eu9tWq+EXk/t2Zv4FgZx0hVAAAAIMsgjwMA/IvXbfpEcnqJlilvK1vxqTYvf9VT8qMzv3QzR5/X8B/E3jostzEx7qp6azXkjMw3TQus6lgZp8I4p8o4wjgAAAAgkyKPAwA40yM5feCqioSSIrmQutaS39oMOVTPhNhLZ355KS78qIb7En1tx9nfXtFH/lq984fnm+kVUNYpjFPDVAUPVAUAAACyAPI4AEAK9DwueSTnl6ui9vACqzGf6mlJCD/zW49bZ5dquCc2y7Vj08/teMtmNasGs3cpCeOM/kX+vs8OlXEqjyOMAwAAALIG8jgAQMpSjOT+frBA0EPawwutpodUT5sl/tL+0ed39LWYIzSkQULs5dO/9rh+/Eu5d6rF7FMhusAMo1+ef3LP25EcYRwAAACQxZDHAQDuKHkkpx63miRbYcMjiyzZGuqdo67+dmpz++jruzSkKiJ0/anNHeJuHbzd4BWbrWNMgf/5+AbpYZzjnHGEcQAAAEAWY9QAALgzFQCpMEiCIb1RiS81yXLte6/QUQYtTtoT42+c+713yMPd8j7ymubFv2Kc2Sxxlw6MDT+/Wm+xaNmjQobastVQ5YeOD1RlzjgAAAAgq+LHEgDgLvRITn+sp6P4vO3M/o9r5/oZEk7Zu1tvnPg6+urvhaqMNQUW1nBb7K0jF3cPTIi5qLeYfcpH5xnl7ZvXdPshtiqSU/SnqRLGAQAAAFkMeRwA4O70MEgSIsdUzvC3MubSixMvjDaGf6+6xYUfPbWlY+5S3UIeetHL21fzbBZz+LVj02+e/V6fLc6mGWKCXjTn7GH00fM3k14fp8riCOMAAACArIo8DgCQJnokpOaScyyRU7GRudiIhLBaxtAPvawxmn1s5rXj02+eX56v7FvZCzXWPJMtMezMkmvHZlgT/nnShdUQEhkywhZQSZXFOYZxPnZ6GKdHnxoAAACALIQ8DgCQVo6VcZrDwNXbVXIGc+4mZv/HvC59YoxarzZJjL1ycc+HN07Ny19+oH/Osponibr625VDE8xRZ/QWm2aIC2wVl+t1b5/sKYZxKokjjAMAAACyNvI4AMA9kHjIZrPJq+PAVT2Ps0dJxeJ9PzNH/GG8NMKQcFZtFXfr0JlfXsxRuGnesm8Z/XJrWZ056tylA2Niru90bEzwKRsV/IGX30N/V8HdfoBD8rI4wjgAAAAgayOPAwDcGz2S06c2S6FQzrtGYrZllmtzjNene9li7NvZwi+siQj9OWeRliEPvegTUEDLiuIjT10//lXEpQ36VHHC4pUrJkevxOwtJG5T0ZvJgWpxLIvTKxABAAAAZEnkcQCAe+Y4l5xjGKcSJRUtmb29E/L3MOdoZrj8fz5Ra1V/mzX+5tnFN88tzV7gmdylu/sGPaRlFTE3dl0/MTv62u+OjTbNOy6wTVyuVw3GIJPRqJI4PY9zLItjjCoAAADgOcjjAAD3yWkWOcdUTkjMZDZLKFc4odgn8REdjJdHeCec/ntLmyUi9Cf5JzBP9dwPvxQQUlXLxGyRlzZdPzk77tYhpxUJpvLRwQM13xI+9uel6kmc/qqSOHnVY02NMA4AAADwAORxAID75zh2NdlEcv+kcgnGJxOCllvCVnvf+Mo74ZS+efS17fKPb/ZHgkt0yF6gvsEnm5Z5WMzh4RfXhJ1akBBz0WmV2VQpLqiDJbC2PYgz6mNUHZM4p9niGKMKAAAAeA7yOADAf+KYIunRUvJUTl4T8rRKzNU8IWKb8cbXxrh/nnUQH3Hs0p8jLh8YG5i3Ro5CjYLy1vEy+msZlTUhKiJ0Q0ToT9E3djtOEmdniPOtFZejm82vjFyv7+0kTo/h9CRO3RA9x9QoiwMAAAA8CXkcAOAB0EMlVS5ntVodB64qCYqxTkJQjYSYo8brM40xm7w0q9qDzWqOurxF/vHy9gvKWzt7oUbZ8j7l5e2rZQzWxJjIS5skhou6tkOzJTqttWk+cQGN47N3tZkKq6xNRW+OYZx+H9SdcayJI4wDAAAAPAp5HADgwdBDpRRnlDM6kHAqwad8YuD/xcWc8b7xlTF6g8EWq+/HZomLuLRe/vEy+AYEVwzIXTUwdzX/XI9p7hBzY1f09aR/YsP2pdjBomWLD2wen72TlymPfpmOYZz+NvkAVY0kDgAAAPBI5HEAgAcpxRnlHAeuJoVxCQnqNdHn4YSAj82WD23hW70j1xljfjVo8fqubNb46Os75J9rmmYwBgaEVJJgLiCkil/20pqXQUsntsTYm4ejr++MvrE7NuxPOYcUe1m9ssX71U4IeMYa+KSXweiTLHB0LIhzTOIYoAoAAACAPA4A8IA5FsrdafhqYmKiHswlJpoSfZok5mwQnxhti9jsE7XeGPu7l5bguE9rYnTUlV/ln6Tdevv6BBQ0+Rf0CSiUtBBQUL01mLJr98ISf9McczEhNjQhOtSc9Hox6TX2smZNuNMmVi//eN+nEgIaWAJqeHmb5HJMt2fHc6yMc4zhFKeHNhDGAQAAAJ6MPA4AkC6chq9KIKVSOXlVeZzFYrGHcY5MFt+WluDm5oQYr9i9hpg93rG7fcz7nfZss8SbI0/LPykc1NvP4O3rZfCVsMzglfRqn4HOJptYLWabNd5mNVst8UkLlvi0XYdm1fwSTY8l+FZI9Kts9a+oatx87RGbYxLnFMPp88SRxAEAAABwQh4HAEhHd0rlJKiSPE5CK3lVUZzjgsVksvjVsWSvmWC1xlvivGIPGGJ2e8ftNcYfdBzQmpzNEmexxGn/mdUrMMFUPtG3UqJfRatvWS+DPVwzGHwcxt56/7syTn+rMjiSOAAAAAB3Qh4HAEh3+sDV5KmcKpezOPg7krvNavW1+NawZn8ywWKJl61i9xvMp7wSzhnMpw0JZ42Wi9qDkGgsZjEWtRiLW32KWE2lLL5l/n4ShT2D0/M172QcB6U6TRJHEgcAAAAgReRxAABXcMyk9FROQjrJ41QqJ24HcFbLv6mWv/v4VrNaqyQt2LdNivnMpwzms4aEc5ol0stm1tQ/1ngvzZyYYLZazXI8+zxvJpuXSUv6x9fm5aMZfK1e2a0+ksEVtZmK/utpsF5ePoZ/OCZxySM5vYNTDEcSBwAAAOBOyOMAAC6V/GkPejBnNBr1YM5xIfmroray+ZWzWsvY7Kz2Vy1pxrik178uxkXHWmQh2N9YOJ+v02kkHVrTvB2SOP2BsE5hnGMq5xTA6TGc04NTSeIAAAAA3Al5HADADRxTOc0en6lUzimYk7eOAZwe0qlu/0rl/k3tPDo+4UakRH5agL+Pv79/8kM7cgrXkkdyKQZwTgVxGkkcAAAAgLshjwMAuI3TIFaVo+nBnB7POb46clrrGMap16i4mPW1K9sAABAASURBVBsRVtlz7lw+AQEBjgfVX52K45zCOP2tUx/HbZNfCwAAAACkgjwOAOB+TsGcZg/U9GTNKZtzWk6xOE69Rpt9rkcmykJRc1Iel/woTvVxd1pIXgdHDAcAAADgvpHHAQAyCqdsSw/mHF/VgmRw2r+jOqck7nZ9nPFmlLdNs8UlJo1XTTGP05INXHXK3ZJncBoxHAAAAID/gDwOAJAReSV77IN2O2XT7GNatTtEdY7d4hK9w2NkQy+zxdvX11e7Q6bmlLh53eGxDGRwAAAAAB4I8jgAQEbnlM05tujRm+OyvpCQaIhPSEruLFZvHx+fVHabvDHFtwAAAADw35HHAQAyk1QCsuSrLDavBEtSo9WW9JhU7b/tHwAAAAAeCPI4AEAmlnp8ZrN5Waz2Bc2LoA0AAABABkEeBwAAAAAAALgOeRwAAAAAAADgOuRxAAAAAAAAgOuQxwEAAAAAAACuQx4HAAAAAAAAuA55HAAAAAAAAOA65HEAAAAAAACA65DHAQAAAAAAAK5DHgcAAAAAAAC4DnkcAAAAAAAA4DrkcQAAAAAAAIDrkMcBAAAAAAAArkMeBwAAAAAAALgOeRwAAAAAAADgOuRxAAAAAAAAgOuQxwEAAAAAAACuQx4HAAAAAAAAuA55HAAAAAAAAOA65HEAAAAAAACA65DHAQAAAAAAAK5DHgcAAAAAAAC4DnkcAAAAAAAA4DrkcQAAAAAAAIDrkMcBAAAAAAAArkMeBwAAAAAAALgOeRwAAAAAAADgOuRxAAAAAAAAgOuQxwEAAAAAAACuQx4HAAAAAAAAuA55HAAAAAAAAOA65HEAAAAAAACA65DHAQAAAAAAAK5DHgcAAAAAAAC4DnkcAAAAAAAA4DrkcQAAAAAAAIDrkMcBAAAAAAAArpOJ8zibzaYByPy8vLw0AAAAAAA8RubL4xxjOCI5ILOTME7/g0wwBwAAAADwBJkpj9N/tNvsnFo0AJmHY/TmZZfiKgAAAAAAsp5Mk8fpAVxsXHxUdKyqqdEb1dtUXrX0d9dzyMjn47Jzy2jnc99nla7nljE/u/s4tzTuMMDPZDB4GQwGx/1rAAAAAABkUZlsvKr8UI+OibseFq5+uqfdg4ot2A/7YT8PfD8+RoPR21u2NdgRxgEAAAAAsrZMNl7VarWqH+358+fXAGRyFoslNjY2ISHRZrUZjd7a7bGrlMgBAAAAALKwTJbH6ZGcBiDzU7lbfLzZZkr6u0iWDQYbYRwAAAAAIGvLHHmc7TaVxfFbHcgaVClcgiVR/kwbDAZvq6RxBvI4AAAAAEDWlinHq8qrBiDz+7s+zpwg8ZvRaLR6J/0Rv8fJIQEAAAAAyGQy2Q9fFcZROwNkDao+LtGSaLFahIRx2u2HKQMAAAAAkFVlmvo4279pADI/VR+XFMRZ1R9s/nQDAAAAALK+zDReVUd9HJA1qPo47XbgrgEAAAAA4AEyYR7nxXA2IItQ9XGEcQAAAAAAj0J9HAC30evjAAAAAADwHJkyj+MHPJA1qPo4DQAAAAAAT0J9HAC3oT4OAAAAAOCBqI8D4DbUxwEAAAAAPBD1cQDchvo4AAAAAIAHoj4OgNtQHwcAAAAA8EDUxwFwG+rjAAAAAAAeiPo4AG5DfRwAAAAAwANRHwfAbaiPAwAAAAB4IOrjALgN9XEAAAAAAA9EfRwAt6E+DgAAAADggaiPA+A21McBAAAAADwQ9XEA3Ib6OAAAAACAB6I+DoDbUB8HAAAAAPBABi0T4gf8A9GqVatgu/DwcO0/mDJlitrP9u3btQfk+PHjap8jR47U3O3q1avffvuthnRAfRwAAAAAwANlyjyOH/BwmfHjx1etWnXVqlUa0gH1cQAAAAAAD0R9HDKigICAunXryqufn5/mVpMmTYqKitKQPqiPAwAAAAB4IOrjkBEVLlx44cKFBoMhX758GrIu6uMAAAAAAB6I+jj8TZ+ybdiwYXrjgAEDVOOVK1f0xrlz59auXbt48eKdOnXaunVrinubP3++9ClWrFj79u3Xrl37008/qf3s3LlT7zNv3ry6detKn0cffbRVq1Z79uzRV5nN5gkTJsTHx9epU0e17N27Vw5XqVKlokWL1qpV66233jp06JB2BxcvXlSHk1Pdtm3bK6+8Urp06SpVqvTv3z8uLs6xp1zX2LFjGzRoIKfRunXrTz/9NCIiQj+i7CEmJkaWf/75Z1keNGiQWhUWFvbSSy9VrFhRTuapp5766KOPEhMTNdw76uMAAAAAAB6I56vi3syZM6dv375qea1dhQoVnPpICiZ5mVr+2U7iNqc+//vf/4YOHaqWIyMjL1261KJFi2+//VaiMWk5derUzJkzJbCTmEzebty48fnnn7darar/Ybs1a9bI0R966CHtzr7++muJ1dTy9evXv/rqq4SEhIkTJ6qWHTt2dOnS5caNG+rtVjvpI4euWbPmnfYpp9q8efMzZ86ot0ftDhw4sGTJEm9vbw33gvo4AAAAAIAHoj4O9+DmzZsqRAsICHj//fclm2vUqNGff/7p2OfWrVvDhw9XfQYOHCgRW+PGjVesWOHYR+K2MWPGyEKVKlUmT548evToUqVKxcXFyT7j4+OlvUyZMrt27XrmmWdU/0mTJkkYV69ePUnQTp48+fHHH0tjRESEnEDqJyxh3Oeffy7Z2fr16wsWLCgty5YtU7VsciAJFlUY17VrV8kQX331Vc1eMSdhYkxMjCR9K1euVBPYVa1aVZZ79Oghy+PGjZMdmkym3r17ywl07txZGrds2fLdd99puEfUxwEAAAAAPBD1cbgHS5culbhNFgYPHtyrVy9ZaNq0ae3atY8cOaL3+f7771XINWjQIEmsZKF58+YSpe3fv1/v89VXX6lxo5Jn5c+fXxbKlSvXunXr06dPr127VhXTZc+eXe+vdnjt2jUJwgoXLvzGG2+oEaZ3fdqD5GidOnXS7MGfbCLhYGRkpCRuhQoVknzt+PHjsqpDhw6S98lCs2bNJB6aPn26nMa8efNeeeWVWrVqGQxJmXWOHDlkWbOPVJWdyEKXLl1Gjhypru78+fOqsO7FF1/UcC+ojwMAAAAAeKBMmcfxA95lnKLPU6dOqQU1qlRIXFW3bl3HPE7vU79+fbUgn9czzzzjmMedPHlSXn18fFRgJywWi1q4cOFC8tOQ1O/w4cMHDx6U7Mzf37+OXZs2bVSWl4rSpUvry5KpqQU1Jdwvv/yi3r7++ut6n549e0oeJwuOV+RInbn47bff2rZtq5bPnj0rr/oIVqQd9XEAAAAAAA9EfZwHMZvN586d0ydc02+j5GKO3fRp2jT7oE7HVdevX1cLefLk0Rsdl8XVq1fVQkhIiN6YO3duxz6hoaHympCQsHnzZu3f1ConAwcOjI6OVrO/xcbGrrP75JNPZsyY0bBhQ+3OAgMD9WX9MtWFR0ZGqreFChXS+xQvXlwtnD9/PsUd6qd3zM5xlezw1q1bOXPm1JBm1McBAAAAADwQ9XGeonPnzuvXry9btuyWLVtUS3h4uLwajUZ/f3/N4a7qpWpCwi/HneixmmRPermZ/kBSRY/hbty4oUd1epCnqHbZmxoxelfe3t6jR49+7bXXVq1aJRHetm3b4uLi5Pzffvvtffv2OeWJThveaZV+nhcvXtSXT58+rRaKFi2a4lb6HZDzUSN28V9QHwcAAAAA8ECZ8nkO/IC/D5KsJSYmHjlyRM3FJnnWiRMnZKFEiRIqidNLya5du6YW5D47DduUzmpBUjC90XFZ6PV3mzZtUgtWq3Xt2rWOfQoXLqzZQ7pdu3aplq1bt/bt23fGjBnJC9Mkd5szZ86HH37466+/vvnmm0uWLDl48GD79u01+6NO71TIdlcVK1ZUC1OmTNG/UVOnTlULjzzyiFpQiZ7eQc/p9FhTvP/++6NGjVq3bp2Ge0R9HAAAAADAA1Ef5ymaNWu2efNmieSaNm367LPPHjt2TD1R4YknnlAd8uXLlz179oiICMmV5s2bJ8HT4sWLDx8+7LiTFi1afPzxx5GRkR999JH0f/jhh7/66iunMadt2rQZOnSoxH8SUcXExJQuXXr27NlOuV6rVq3mzp2r2R9s2q9fP4nwhg8ffuDAAWnRn6mq8/X1HTt2rERvISEhfn5+DRo0kJ5qHrfcuXMXK1ZMuy/NmzeXa5HwcdGiRWfOnOnWrduCBQvUpHKFChXS54aTmFKuVw733XffSXjUpUsXuWN//PGH3KXu3bu/8MILcou+/PJLzV6B2LhxYw33gvo4AAAAAIAHoj7OU7z44osSn2n2JxJMmDBhzZo1mj2De+utt1QHb29vidI0+1jUN998s2XLlnPmzKlbt67jTvLnzz9u3DgfHx8JsCR7KlmypIRuetGcIqnZ4MGDNftjE2St5Fzbt2/XZ3lTjyuV0O29996ThStXrgwcOLBdu3YqjJNsrlSpUk5nLhmcHFSzD4Dt2bOnHE7Oc+/evdIybNiwVEakpi5XrlyzZs1SI2clX3vjjTdUGCeh5NSpU/URrOqJEOfOnevTp8/PP/8sy5MmTVKXvHz58g4dOkiSqO6MuiLcE+rjAAAAAAAeKFPmcfyAvw8mk2nt2rWSH0mIli1btscff7x3794bNmxQIZ0yZsyYDz74oHLlyrL82GOPff/9961atXLaT8eOHSXLk/bcuXM3atRIkjIJ3Zz6vP7669988039+vUl1WrevLnkVjVr1lSr9FGxgwYNWrhw4XPPPaeyraCgIDn6kCFDUjz5Fi1afP3112okrCR6xYsXb9CggZxep06dtP9Azmrbtm0ffvhhtWrVAgICZLdytlu3bq1Vq5beZ9q0aTVq1JCDym2pWrWqZh/KumnTJokOn3rqKdlKWiS1XLVq1X1X6nky6uMAAAAAAB4ohR/D0mKxWBITE+Pj4y9vrmqNPVm0zurAvPU095FTslqtclZmc0JYeGRkVGzBggU1ZEhHjx7dv3+/xHySW6m4Soyzk4Xjx487PWsVnkz9PRN+K8zP1xQY4O/vL/9rMhq9hbti99BdvcLPzEnM/YapSJ8AOz8/P4mz1SnxHwMynV5jj+88nPQw5Za1Q4b2LK4BAAAAQAbA/HF4wG7duqUePFqkSJERI0aEhISEhoauWLFCWooVK0YYB0fUxwEAAAAAPFCmzOP4AZ+RVa5cuXz58gcOHDh//vzLL7+st/v4+CQf2QoPx/xxAAAAAAAPxPxxeMBMJtP8+fOff/55vcVoNNauXXv16tXNmjXTAAfUxwEAAAAAPBD1cXjwChYsOM1OA1JFfRwAAAAAwAMxfxwAt6E+DgAAAADggaiPA+A21McBAAAAADwQ9XEA3Ib6OAAAAACAB6I+DoDbUB8HAAAAAPBA1McBcBvq4wAAAAAAHoj6OABuQ30cAAAAAMADUR8HwG2ojwMAAAAAeCDq4wC4DfVxAAAAAAAPRH0cALehPg4AAAAA4IGojwPgNtTOBXyXAAAQAElEQVTHAQAAAAA8kEHLhNL7B/zq1auDg4MLFiwYERGhZTxnzpxZvny5/rZ48eLNmzfXHgS56ueff17L0rZs2bJz586090+/u+1ekydPlo97+/btmltRHwcAAAAA8ECZMo9L7x/wy5YtCwkJiYuLW7hwoZbBXLx4sXr16n/88YeGe7dixYo2bdpcunQpjf252+mN+jgAAAAAgAeiPs7ZrVu3fvzxx7Zt2+bOnXv27NlaBhMfH282mx1bzpw588MPP2hIg8jIyHvqz91Ob9THAQAAAAA8EPVxzlatWhUXF1ejRo0WLVocPnx43759GoD0QX0cAAAAAMADUR/nbNmyZSaT6emnn27VqpW8XbRoUSqdu3btKsnd5s2bGzduXKxYMVkeMWJEeHi43uGFF16oW7fu8uXLq1Sp8tBDD3388cf6UXr27FmtWrXixYvXqVOnT58+sbGxjnv+448/unfvXqZMmfLly/fq1evixYvSOHv27KpVq8rCtGnTgoOD16xZoyWb0SwqKmrChAkNGjSQ85HXBQsWOO72wIEDAwcObNiwYeHChatXr965c+djx45p9+W+r33dunWNGjWSlkceeURCT6fEc+XKlW3btlVrmzRp8vXXXzsdd/z48bVq1SpatGjFihVfeumlGzduOJ6SrJKWwYMHy10tUaJEy5Yt9+7dq9bKbXzrrbdkQbaSu6ef6p0+i7TcbavVOnnyZNlKzqdSpUqy52vXrqXxfFK0c+dOOdb8+fO7dOkid1U+o7Nnz2r2j7V3795ykoUKFZLGIUOGWCwWxw2vXr06atSo1q1by1ZyZ9q0afPjjz86dti2bZt83CVLlpQv9vfff++4Sjrnzp1b9uDYOHbsWDmTP//8U0tP1McBAAAAADwQ9XH/IrHX1q1b69WrlytXLklS8uTJs3jx4ri4uFQ2uX79erdu3SQ/ktSmffv28ioZk6Qneodbt27169fP399fIg/JmKTltdde69GjhyQdzzzzTNOmTSVw+e677z799FN9k5kzZ0oUJdGMxCtPPvnk6tWrJVk7d+7c448//vrrr0sHafzggw/koMlPRrI2Sb4kSZEwKD4+XkIcPQj75ptvJGdcsmRJkSJFJO5JSEiQyEbOTbtf93Htc+fOlZxO7rNcmgRbp0+flk1+++031V+iMYm0Dh48KHdGPoWjR4++++67jqOGJSwbM2aMhDhyXIn55Pwl2nMMkiQOk20jIiIGDBjQqVMnCaEk3QsNDZVVzZo1e/bZZ2WhXbt2cvd8fX1T/yzuereFBHnDhg3z8/OT8FSSUwkT5f6r8PSu55OKqVOnStApaazsWfI1uaVyryRalQ9OjliwYMEvvvjixRdf1PvLV+Wpp56SRqPRKO158+bdsmXLG2+8ceXKFdVBPnSJAiX67NChQ4ECBeQ2ymXqm8spSbC4YsUKx3OQb37p0qUrVKigpSfq4wAAAAAAHsioZULp9wNeMggJJiS5kGVvb2/JKaZPn75mzRpZuNMmN27ckEBn/PjxsiyBTsmSJSWamTVrlirFEpKjSawzatQo9VbyPjmKhCYTJ05ULefPn69fv74kJkOGDJG3J0+eHDhwoGQxEu5IjKXZa+Uknhs9erQEXjly5JCwplKlSv37909+MsOHDz927JgkVhIzqRaJySZMmCApjIQ4gwcPlnjlhx9+CAgIkFUSJEn7L7/8IkdMMWy6q3u9dgmn5BorV64suVtQUJC0XL58uVWrVnK9Ej/JDZ8xY4ZkSTt27JDL1OzxqMRMixYtkvRN3m7cuFFSJAnsJC8zGJKiZOkpEZu8/eSTT/RDSHambo4kfZKojhgxQjaU/FE+VsnFVq1aJe3qI079s5CbnPrdlhNTAaJ+Pj/99FPHjh1HjhwpW931fFK5sXLf5NIKFSqk3k6aNOnAgQPy6etPv5UW+azl6G3atJG3codjY2N//fVX+QhUh6FDh/7vf/+T81GxrHzW+fLlW79+vXwNZK3cTxVNKrL8/vvvy52RsE+17N69W6LSjz76SEtn1McBAAAAADwQ9XH/IgGHn5+f5CbqrRqy6jTkM7m3335bX5ZNihUr5jQe0DF8kbUSpvTt21dvKVKkiMRkkgSp61q7dq1kgv369VNhnHjiiSckW9GzmDtJTEyUrE2CPD1VER9//LEcLjAwUPb52WefyVsVxgm50qefflqzh2La/bqna583b154eLhcmgrjRP78+Xv16nXo0CHJ41RLVFSUXu8mgdS6dev0+y9pnbxKSKTCL81euda6dWtJAB0f1CAt+nLNmjXl9cKFC1pK7vpZpO7bb7/Nnj27RF36+TRq1Ei+PAsXLnR8hGvaz0fXoEEDPYyzWCxy4RUrVnT8AvTp00eStS+//FK9lfhVIkU9jBMS4Gq3P9ktW7aEhoa+/PLLKowTNWrUeO655/TOOXPmlP4S5+mVfcuXL9fsYa6WzqiPAwAAAAB4IOrj/vHnn38eOHBAQiU9LZK4RyKMjRs3SrxSoECBFLcymUx6dKLOrXTp0uvXrzebzbJKNRYvXlzvIBlQ165dZSEiImLr1q2y8127dh08eFCzP81TMjIJp2S5cuXKjkfp3Lmzdjdnzpy5deuWBCt6PCTK2KllFejIiW3fvl3yr99//13NDibH1e7LvV77yZMnNftEZocPH9Yb1fxoJ06ceOaZZyQA2rFjR+3atZs2bVq3bt1mzZrpJ6/6SHKkh1CKhHcSNZ4+ffrxxx9XLfny5dPXZsuWTV5jYmK0lNz1s9BSJZ9UuXLlJJJzbKxaterq1atllf6FSfv5OJ6YvizhoEobVR2iTu6wfhvldmn2bEs+UEnfJFnbvXu3dvuTlW+1vDqNPJW3ixcv1t+2bdtWMrgVK1b07t1b9iPBtGS1jh9uOqE+DgAAAADggTJlHpdOP+BVYZdEEsHBwU6r5s6dm+KIRc1eUeXUojKXmzdv6kGMv7+/Y4fJkydPnz5dlVDlzp27Vq1aEmAdP35crVXzr+XJk0e7Ryq10avqklu3bt3IkSNV3idhkxxXAkeJb7T7da/Xri5ZH8vpSFInee3evbvETOPGjVth9+6771apUuWzzz579NFH5UOX5E6itzFjxqS4uZ7H6QWAOtlKu4PUP4tUyN0ODw/PmzevU7v64BxLDu90PmvWrHG8FokaV61apZYdo0B1bvvstGQkgZUN5YQHDRokeaJqrF69eoMGDZYsWaLeStooryEhIY4bOqaEonHjxjly5JATkDxO4rzQ0ND3339fS3/UxwEAAAAAPBD1cX+zWCxLly6VSELyCMf2xMTE8ePHL1iw4L333kvxuI6T9ytqNGLyUE+RaG/YsGHVqlXr2bPnk3YGg6F9+/Z6BpQ/f37NPjWbU+HVXamCrLCwsBTXHj16tFu3bhLKSM5SoUKFOnXqSE40YcKE/5LH3eu1qwxIziR5jKXr0qVL586dz5w5c+zYMUms5HbJzdm7d6+vr6/Ef5L3/fLLL9oDctfPIhVBdk7PJNXsE8ZpycKvFElMprJRRX3uyambJmcoMWWKHRISEuSOqan6JLhs1KiRBIvbt2/X8zgJ7PQTczy641sfH5927dp99dVX8gmuXr1aUlE1xV56oz4OAAAAAOCBqI/729atW0NDQ1944YXkdXC//fbbtm3bpIOabc1JXFzckSNHypYtq95K6nHgwIEqVapIwJHigVauXKnZp0JzHJMo8ZN2+7pU+759+0qUKKF36N69++nTp3/66adUskgJbiQhkg0da44kyZKw5oMPPrh+/brZbP7www87deqkb6LGit63e712dWm///67mphPOXjw4I8//livXr3y5csPHjy4UKFCb7/9dgm7Jk2ayDkvWrRo9+7dTz31lLTIp3DlyhXH2i7ZVvYgUWMqGd+d3PWzSD35LV26tFx+eHi4evqEsmvXLnmtWLGidjcd7e7aTRUh7tixw6mUTE47Nja2b9++e/bs+euvvyTH1J+bod3+ZNVVPPbYY/Iq3Ro3bqx3kFTU6UBt27aVPE6+Y2vXrm3evLnjRaUf6uMAAAAAAB4oUz7PIT1+wC9dulS7/QAHJ+rhqqk81WHkyJEJCQlqeeLEiZJSpTLdm6+vr7xKkqK3rFixQvIU7XZ60rp162zZssl+JOhRHSTA+vnnn4sXLy45l5qXLTo6Ovme5bZI1nb48OG5c+eqlvj4+ClTply+fLlSpUrquHJuen+JbNS0/f8l37yna2/Xrp2/v/+IESPU6FTNPpPaoEGDxowZkydPHjlDCbOmTp3qWHSmbkLhwoXltUOHDlarVRIo/e6dO3euX79+ixcvTuPwXnX39Onb7vpZpHK3NXugJqc3fPhwfTzshg0bVq9eXbNmzTvNNngf5EN/8cUX9+/frz9DVrOnkAMHDlSnmvwk5XOXZE2/Coky5f5Mnz79xIkTqsPOnTtnz57tdKDq1auXKlVq1qxZ8umk8kDhB4v6OAAAAACAB6I+LomkSBKjSGZRr1695Gufe+65Dz744IcffoiIiEhxDOmWLVuaNGlSu3btPXv2/Prrr3Xr1nV8qKgT6Sm7atSoUYMGDcqWLXvmzBmJk2S3snMJdwICAiR7knzq3XfflZNp2rRpaGiohEQ5cuSQ3EezDwWVtG7ZsmUSmvTp08fphCWj2b17tyRW69atK1mypLxKBPP6668/9thjEuuMGjXqvffekyt98skn5XD6eEY9+HMkF9KyZcvmzZvPmTNHu7N7unY5pXHjxg0YMECuvXHjxkWKFJFLkwBRrldVqMnpde3a9dlnn5V7LkmNhFByCXL+RYsW1ex53I4dO7755pv69evLHiRNk1DJbDbLaxojWvWAArkPixYtknzqrp9F6ne7e/fu6nwOHjwomdepU6fWrFkjpzpp0iTtgRo2bJjcJbl1coclNbt586YctEyZMkOGDJG1jz76aOnSpeUk1TMxjEajXJR8bbTbg1IDAwMnT5788ssvN2vWrE2bNpGRkatWrZKvmZyw41HkHsraTz/9VL5sck80l6A+DgAAAADggaiPSyL5heQvkj2lONBS4gkJbqKiotQDH5JbuXKlZCILFiyIjo6WaEmyHslE7nSszp07SyAlCeDy5cvHjx8vQc/o0aOHDh0qq/744w+9z4YNG2rVqiVx1a5du9q1a7dp0yaVSfn7+0ucZLVa9+7dqzIXp1OVSGjkyJFytpJSBQUFySE+/vhjWfXII498+eWXkjlu3rxZJTtyFBXJqSGW9+eerl2zTw8n19KqVSvJ76ZOnZovXz4Jkl577TW1Vj4CyYPCwsLGjh0rZyuXKUGSXI6++WeffbZw4UKJouRVTl6CuY0bN0q8qKVNzZo1Je+7ePHi8ePHr127dtfPIvW7Ld/DGTNmzJo1K3/+/HPnzj179mz//v3l6iR21B6onDlz/vjjj3JPJIKUI/7222+9e/deu3atqgo0mUwSz0nkKrGgRIHz5s2rUqWKeUAoYwAAEABJREFU3JaCBQvu3LlT7UHST0k2n376ablpv//++wsvvCDRZ/IDSRKq2QPoO404fuCojwMAAAAAeKAUfgxLi8ViSUxMjI+Pv7y5qjX2ZNE6qwPz1tPcR05JMhE5K7M5ISw8MjIqVrIGLQOQcEeyvKtXr6YeQmVSS5culVhwypQpKa7N2tfumSSX7N69u0S61atX11xC/T0TfivMz9cUGCD5p/yvyWj0Fu6qmwvd1Sv8zJzE3G+YivQJsPPz85PQU50S1XyZTq+xx3ceTnr2dMvaIUN7FtcAAAAAIAPg+aq4oy1bttSoUUODZ4iOjp42bVq5cuVcFsZp1McBAAAAADwS88chZWfPnr1582YqD2dAlnHs2LHXX389PDz89OnTU6dO1VyI+eMAAAAAAB6I+eOQsmLFin377bcGQ6b8huCeFCpU6MyZMyaTaezYsR06dNBciPo4AAAAAIAHoj7uP0n92aNZmydfexaTLVs2p2etugz1cQAAAAAAD8T8cQDchvo4AAAAAIAHoj4OgNtQHwcAAAAA8EDUxwFwG+rjAAAAAAAeiPo4AG5DfRwAAAAAwANRHwfAbaiPAwAAAAB4IOrjALgN9XEAAAAAAA9EfRwAt6E+DgAAAADggaiPA+A21McBAAAAADwQ9XEA3Ib6OAAAAACABzJomRA/4P+LvXv3BgcHjxw5Mo39rVbrV199FRERoWU8W7Zs2blzZ9r7R0ZGzpw5U3/btWtXuRVxcXEa3IT6OAAAAACAB8qUeRw/4F1p0KBB/fv3T0hI0DKYFStWtGnT5tKlS2nfpHnz5nPnztWQYVAfBwAAAADwQMwf53EqVaoUFhaW9v6RkZFahnQfJyab5MiRQ387Z84cDW5FfRwAAAAAwAMxfxwAt6E+DgAAAADggZg/zuM4zR/XtWvXWrVq3bhxY/DgwXXq1ClRokTLli2lj1r72GOPzZ8/XxYefvjhBg0a6DsZP368bFW0aNGKFSu+9NJLsrm+avLkybL/33//XfoXK1bs2WeflcbixYu/8847U6ZMqVmzpmzVuHHjb775xvFzLFy48KBBgz7++OPSpUtXqFBh5cqVqR+oV69eb731lixIoxwuPDxctS9btqxnz57VqlWTI8rl9OnTJzY2VtqPHz8u3c6ePbt//35ZkIvVks0fZ7Va5eRlKzlcpUqVZM/Xrl3Tz1BOXjpfvHjx888/b9GihVxa3bp1FyxYoOE/oD4OAAAAAOCBmD8OmqROzzzzTERExIABAzp16rRt27a2bduGhobKqt69e0sQJgtvv/22pFeqv4RcY8aMkU+hW7duVapU+fHHHxs1anT16lXHfb7//vvnz5+XcO2RRx5RLRs3bhw+fLiEfV9++WW5cuUknnvzzTcdN/n1118nTZokOVdCQkLlypVTP1CzZs1U0teuXbsPPvjA19dXll977bUePXr8+eefcjlNmzaV9O2777779NNPZVVISIh0y5kzZ4ECBWShXr16ye+DBHnDhg3z8/Pr3r17+fLlJRNs2LChBHCOfTp37iwX8vLLL7/77ruXL1+W+7N27VoN94v6OAAAAACAB2L+OCTlcRJR9e/fX5ZbtGiRJ0+eESNGSOrUpUsXyZsOHTq0b9++N954QyItzR6rScj10ksvSc5lMCTluTt27JBoTN5+8skn+j4l1Tp8+LC3t7fecu7cuVmzZrVu3VqWGzduLAnajBkzZD/VqlVTHQ4ePDhnzpzmzZurt6kfSHI9CRBXrVolJyzLsnbr1q2LFy9+8cUXJ06cqPYggWD9+vWXLFkyZMgQOXm5wHnz5uXIkUNdqZNFixYtW7bM8XA//fRTx44dR44cOXXqVL1bcHDw0qVL1XL16tWbNGki5yCvGu4L9XEAAAAAAA9EfRySqJhMqVmzprxeuHAhxZ4SosnrRx99pEIr8eSTT8rmkrU5PmChQ4cOjmGceOSRRxyP8tprr8mrnm2J/Pnz62Fc2g+kK1as2KRJk/r27au3FClSpEKFCpLKpSXA/fbbb7Nnzz5s2DD9cI0aNZKwb+HChY6PcHW8hCeeeCIgIOBONwppQX0cAAAAAMADUR+HJPny5dOXs2XLJq8xMTEp9jxx4kTOnDm//PJLx8arV69ardbTp08//vjjqqV48eJOG5YqVcrxrXQwmUwHDhxwbLmPA+kkj1MjaiMiIrZu3bpx48Zdu3YdPHhQWuLj4/38/LRUHTp0qFy5chLJOTZWrVp19erVsqpAgQKqJU+ePI4dgoKC1Px0uD/UxwEAAAAAPBDPV0WSgIAApxaJvZJ3k/Tk7NmzsmrMmDHJ154/f16PydSEbo6Cg4Md38qHKHHbrVu39BbHyCztB3I0efLk6dOnq3K23Llz16pVy2w2Hz9+XLubyMjI8PDwvHnzOrWr9O3y5ct6SxpvFNKI+jgAAAAAgAeiPg73QNKTIkWKZMuW7ZdfftHu0fXr1x3fxsbGXr161alo7r8caO7cucOGDatWrVrPnj2ftDMYDO3bt09LHhdk5/RICs0+s55mfxaEhvRBfRwAAAAAwAMxfxzuwululyhR4siRI1euXHFs/PHHH8ePH588z3J04MCBxMRE/e3mzZvlVT1HNUX3eqCVK1dq9lnn3n777Ro1aqhp4M6cOaM5BLipfHNKly4thwsPD3ds3LVrl7yqJ8wiPVAfBwAAAADwQJkyj+MHvCv5+PhoDtPJdejQwWq19u3bV5837dy5c/369Vu8eLHT3GpOLl68+MUXX6hl2duUKVNkoXPnznfqf9cDmUwmxxNTI2QdZ3NbsWLFX3/9pTl8YWST6OjoFA/XsWNHCeOGDx+ujz/dsGHD6tWra9asqU8ehweO+jgAAAAAgAdi/jjcRaFCheS1U6dOjz322NSpUyUm27FjxzfffFO/fv0GDRpICjZ79myz2SyvqX8u2bJlk7Rr+/btDz/88Pr1648dO/b++++XKVPmTv3veiB1YqNGjVq0aNH06dObNGnyww8/NGrUSDqXLVv2zJkzktxlz549IiJCgjY175tssmnTphYtWkjnN9980/Fw3bt3V4c7ePDgU089derUqTVr1hQtWnTSpEka0g31cQAAAAAAD0R9HO7ilVdeqVq16qFDh9SzSsVnn322cOFCidLkdcmSJZKXbdy48cknn0x9P5UqVfr2228NBsPcuXMLFiw4b948yeNS3yT1A9WsWbNr164XL148fvz4tWvXOnfuPGDAgLi4uOXLl48fP/78+fOjR48eOnSo9Pzjjz/UJh9++KEces+ePWocqyMJhmbMmDFr1qz8+fPLGZ49e7Z///4S3pUsWVJDuqE+DgAAAADggVIoTpEWi8WSmJgYHx9/eXNVa+zJonVWB+atp7mPnJLVapWzMpsTwsIjo6LjGEKYuRQvXrxChQorVqzQAAfyhzo2NjYi/KafrykwwN/fX/7XZDR6C3fldKG7eoWfmZOY+w1TkT4Bdn5+fiaTSZ0S6WGm02vs8Z2HI2WhZe2QoT2LawAAAACQAfB8VQBuQ30cAAAAAMADMX8cALdh/jgAAAAAgAeiPg6A21AfBwAAAADwQNTHwRWSPz8B0KiPAwAAAAB4JOrjALgN9XEAAAAAAA9EfRwAt6E+DgAAAADggaiPA+A21McBAAAAADwQ9XEA3Ib6OAAAAACAB6I+DoDbUB8HAAAAAPBA1McBcBvq4wAAAAAAHoj6OABuQ30cAAAAAMADUR8HwG2ojwMAAAAAeCDq4wC4DfVxAAAAAAAPZNAyIdf/gN+7d29wcPDIkSPVW6vV+tVXX0VERKi3U6ZMkbVbtmzRHpDIyMiZM2dqHkNu3c6dOzUXOnPmzPLly9Wy+nDHjh17p85On/5dFS9evHnz5g9kVxmBfDRyzhMmTNDSAfVxAAAAAAAPlCnzOLf/gB80aFD//v0TEhK09CFpzty5czXPsGLFijZt2ly6dElzlYsXL1avXv2PP/7Q4G7UxwEAAAAAPBDzx6VJpUqVwsLC9LeRkZFaepL958iRQ/MM6X0zk4uPjzebzWnv7/Tp/xcPcFdZA/VxAAAAAAAPxPxxANyG+jgAAAAAgAfy3Pnjhg8fHhwc7DhtWc+ePaVFn1ZMDBkyRFpCQ0Mdp/167LHH5s+fLwsPP/xwgwYN9M6JiYkffPBBlSpVpP3FF19cvXp1Kkffv39/jx49KlasWKxYsdq1aw8ePDg2Nlbajx8/Lgc6e/asdJAFaZfGwoULDxo06OOPPy5dunSFChVWrlyp2eewmzx5cp06dYoWLVqpUqWXXnrp2rVr+v7VlHYXL178/PPPW7RoIUepW7fuggULHM8hMjJy3LhxsocyZcq89dZb586da9u2ba1ate71nLdu3SrHev/99x07R0VFyYl169ZNvZVzlp0/9NBDjzzySJMmTb7++mvV3qtXLzm0LMj5y07Cw8NV+7p16xo1aqT6y/nv27fP6dLOnz8/fvx46VOuXLnXX3/96NGjkuz873//a9iwodz/l19++erVqylexezZs6tWrSoL06ZNk/2sWbNGXzVnzhy5fLm61q1bf/HFF/KBqnanSd+KFy8+YMCAAwcOyMnL0cuXL9+9e3fHm+/knXfekc3fe++95Lvq2rWrHPHGjRtyM+WDKFGiRMuWLaWP4+a//fZbp06d5FbIfZAz/PXXX2UPy5Ytu9Ph4uLipk6dKpvIt0U+2aZNm06cOFFfm5Yjyjehb9++jz76qHxnPvvss/Qbl61RHwcAAAAA8EieO39cvXr1NHvYobf88ssvmn32er1ly5Ytjz/+eMGCBR037N27t2RSsvD2229LuqG3S8Dx3XffVatWTVKMtWvXSiT3888/p3joU6dOSQjy448/Stj0wgsvSHQlGVO/fv1kVUhIiIR6OXPmLFCggCyokxSSwkyaNEmiIglHKleurNnTw2HDhvn5+UkYJJGQBF4SRUkA53igzp07b9y4UcKpd9999/Lly3LmcmJqlURpzz77rORxuXPn7tChw6FDh+rXr//XX39pd5DKOUs2J7dIckyLxaL3l5xL+rRp00aWJTySuO3gwYPPPPOMXJFkZ3I+kovJqmbNmslpyEK7du3ken19fWV57ty5cgi5FsnFmjdvfvr0aYmiHD8p8fzzz0sO+Morr3Tp0mXx4sVypZLKyWf35ptvykF/+OGHN954I8ULkQ9UesrCk08+KUeUnEu1r1ixQi4nf/78sqsjR45IFDt69Og73Q35qrRv314Cx7Fjx8oO5dplqxS/lp9++uk333wjayU9THFXEuTJbYmIiJCMT0K0bdu2SXApEbBau2jRIrk/kpfJ/SlSpIic8Icffqjd2c2bNyWjlD7Xr1+Xj1XS4R07dowYMcLxq5j6EeXTkZR54cKF8rHWqFFj1qxZ6lNOJ9THAQAAAAA8kOfOH1ezZs3s2bNLyiOxmmaPIa5evepYMScJhURIaq0jSbUkvdq3b58kPhKf6e0xMYKEXgYAABAASURBVDG///57oUKFNHvM1KNHD8mJJPhIfmjJmyQNkcxI8g55+/HHH0veJKGVZDeyw/79+8+bNy9HjhyyoG8iZzJnzhz9qZ0S06iQSzYxGJJC1Z9++qljx44jR46cOnWqvpVcztKlS9Vy9erVmzRpsmrVKnmVt19//fX+/fv79OkzfPhweStRmgR8kiuVK1dOS0kq55wtWzZJxyZOnCgplWSRqr/EW3IJ6lgzZszImzevBENqUjwJ2p566im5hG7duknGJ7uVs5K9ybJmT4skC5PMUXYeFBQkLZIktmrVauDAgZs3b/b29lb7z5UrlxxCXbvscP78+RJWqouVzlarVYKkc+fOSWTmdCGVKlWS05C7JAvqDqvqsGPHjsnl16lTR5Zfe+01SaPk4/voo49SvBvSWQJQVUsoeZmkh3L/JTcsWbKk002TUE9ujmSpd/rSyvVKyqbORG5Cnjx5JD6TFFVyRvlGSeQqyazsXH2v5DOSPtqdya2Wr8r06dMlLlQt69atk9NbsmSJ/lVM5YjSIhGtZHn6V/edd95RH2I6oT4OAAAAAOCBPLc+TpKdp59+WhI0NSxR0iKj0dihQwcJ2tQTBiShkNf69euncYcvv/yyCk00eyRkMpmcqtWcSFqkFnx8fGbOnCnHlWDrTp3z58+vh3Hi22+/lTBRwhoVSIlGjRpJtrJw4ULHB5W2bt1aX37iiScCAgIuXLig3kqAlTt3bn2QqdwNCWX0vd3rOT/33HOafVCqWnvr1q0NGzbITfDz81MtUVFR+gBSuUsSEjkNntVJFhkeHt6vXz8Vxqlr79Wrl2Sgksc5Xpp+to8++qhmfyitvrZs2bLyeuLECS3NGjZsqMI4IdGe3C75+O702Ae5BH1gryRKEi/Kwvnz5/UWsXbtWgmz5CZ88cUXqd9Yx49JYmJ5VR/T+vXrJYt89dVX9e+VxJTyFU1lVw0aNJAEUJUl6tclX8UrV66k5Yhy59esWVOvXj09vJO0TkJbLd1QHwcAAAAA8ECeO3+cqFu3bkxMzPbt22VZgjkJO2rUqCHxnCqRU9OiqXKwtHCsLJP8RdIuCaFS7ClxiQRVr7/+usQiEydOPH78eJEiRQoUKJDKzosXL+74VsIpOZxEco6Nalo0WaW3SJji2EESLjXjm1y12oMkdPrawoULy2lod5D6OUsiVr58eX3I6ooVKxISEtq2bavWtm/fXo5Yu3ZtiSxnz5597dq1MmXK6HGbk5MnT8rrtm3bxjvYvXu39u98TSIzfVmNcs2bN69TS3R0tJZmKsLTycen2WPEFDtLROj4NjAwULMPAVZvJWM6c+bMK6+8It8lucl6Td+d5MuXT19W+abcLnn9888/NXtBn2PnKlWqpLIrWSvZpSTLEg5KaNujRw/ZXFLF+Pj4tBxRvhXywT3++OOOnStUqKClG+rjAAAAAAAeyHPr4zR7TZl2ewq5zZs3P/nkk6pWSPI4OYS0SGB31zBFpzKgtJynRFeSWEl0IpHfiBEjqlevXq1atVRm6Bd6oZlmfw5DeHi4Y/ykqPTt8uXLeotj3KZYrVa1B80+mtVprWNMc6/nLKHbrVu3Nm3apNnzuIIFC0oAp1Z179598uTJcnpqjjZJvho3buyYGzpS9X1Tp04d42DevHmaQwGa0w1R0v5JpSj5DrU7f4LJb6x2+94qoaGhcgdCQkL+7//+7/Tp01qq7vQxqTTQcUy0lupnpDbp27dvoUKFJER7++23Dx8+XK9ePR8fnzQeUX0xVBapcwofHyzq4wAAAAAAHsij6+MktihXrtyOHTuOHz9+9erVp556KleuXI8//ri07N69+/r16ynO/vZASJi1fv16iUuWL18+cODAixcv9ujRY9euXWnZNsgu+fND1SM+neKbFEmWZzKZwsLCnNrlkrX7PWdVDbd69WoJBCXK7NChg+PH1KVLl/3798tdlWStU6dOknhKfudUtKWovOno0aNhyYwaNUrLJOQqlixZ8tFHH5nN5gEDBmj3RQVhN27ccGxM5UGu4v33358zZ07Tpk1Hjx4tQfPvv/8+YcIELc3UBH9OXy39obfpgfo4AAAAAIAH8uj6OM0+ZHXbtm1qqrgnnnhCXiWVk4xJPY+yYcOGKW71HwPBKVOm9OrVS7MHLnXq1JG8ZuzYsZr9ca5p3H/p0qWPHDniFJSoaEw9+zV1sv9SpUrJHvQhlpr9qQj69HD3cc4FCxasX7/+T3ba7RnlhIRu/fv3nzhxohy0RIkSTZo0mTx58vPPPy+xnRqF6kQNRJUgybHx4MGD48ePT2NeeVcuKMgqWbJk0aJFJYWUL5V8lyTB1O6dGqSsHjehc3rrSP5cyIHk0DNnzpQPS43AlY81ISEhjX9k1Jhrp/ss2aiWbqiPAwAAAAB4II+uj9Psj2swm82zZs2qXLlyrly5NPtzSKOioqSlWrVqTgP3dGoAoJpy6z5IRLJo0aKtW7fqLWpkoj5tv8lkSn3us44dO0oYN3z4cH2M5IYNG1avXl2zZs3U56HTtWzZ8tq1a+PGjVNvZT8jRoxQj7a4v3PW7CVykrLNmDGjQoUK+mx6vr6+ku9MnTrVsepKJYmFCxdWF6s53Mx27dr5+/vLyeijU2XVoEGDxowZ4zQd3n1TR7yn2eXuj3xRP/vsM/m2DBkyRA0FvScSFgcHB8v91J/CsX///u+++y6VTby9vS0Wi+NjKD7//HMtzRF29uzZJTCVMFQfiXzjxg39S5IeqI8DAAAAAHggo5YJPcAf8BJgBQQEnDx58rXXXlMtatYzyaq6d+9+p61UCNWpU6fHHntMkibtHvXq1Wvu3Lnd7AIDA+VYEv9VrVpVfwCC7H/Tpk0tWrSQcOTNN99Mvgc5tx07dnzzzTcHDx586qmnTp06tWbNmqJFi06aNCmN59C7d+9Vq1ZNnjxZIp7HH39827ZtchoSxySfayyN56zZM7733nvv8OHDkqY5biuNXbt2ffbZZ5977jnJX+SI69ate/311+WEtds3c9SoUZL3TZ8+vWTJkhIADRgwoEGDBo0bNy5SpMiKFStkn5LHOT7D4b+QkCtbtmwSOUnk16dPn5w5c2rpRnLJV1999Ysvvhg7duy9jreV8xw6dGjfvn0bNmzYqlUrCRBXrlxZqlSpQ4cOGY0p/MmVeyvdJLCTcFm+PLK5JGtbtmwJCgpK+5hTuc+y/x49esjXQ7LdH374IcVjPSjUxwEAAAAAPJCn18f5+vqqAO7JJ59ULbly5Xr00Uc1e+ncnbZ65ZVXJIqS2ELiMO3eScY0Z86c/PnzSxw2ceLEY8eODRo06Pvvv1d1W+LDDz8sWLDgnj17zpw5k+Ie5A7MmDFDEjHZicRkZ8+e7d+/v0R4EmZpaSMZjQQukqD99ddfEoRJJPfzzz/7+fmpGcTu45w1+5M6JUHT7A9jddy2efPmn376aVhYmGRSX375pdVqlZ2MHDlSrZVIVNK6ixcvHj9+XE2O1qVLF7kWiZbkDkjcmS9fPsnO9MD0v/P395doTE5j7969oaGhWjqTbFEyx5kzZ0qqqN0juTPqDsyfP//cuXNy3yQP1W5P9JacXJfcN7ko+XpICChZ85IlS+RDkcQ5+YSDKZLQc/369ZKW7tu3Tw5aunRp+Zpp6Yb6OAAAAACAB0rhx7C0WCyWxMTE+Pj4y5urWmNPFq2zOjBvPc195JQkPbEPxEsIC4+MjIqVuErDf3DixAkJ1ySV01vMZrPc1c6dO6e9yC65WrVqFShQYPHixRr+s4iIiBs3bkhAZjD8k5tLpvnJJ5/8+eefkpBqmZ/6eyb8VpifrykwQJJS+V+T0egt3FU3F7qrV/iZOYm53zAV6RNgJzm15M7qlKjmy3R6jT2+83DSaPGWtUOG9iyuAQAAAEAG4On1cR5rwoQJJUqUOHnypN4yc+ZMCT2rVq2q3S81sLRTp04aHoRr165VqVKlT58+ektYWNj3339fxE7LEqiPAwAAAAB4IE+fP85jtWrVasGCBc8880z9+vULFSq0ffv2PXv2lCtXrn379tq9e++9944fP/7rr7+WKVOmefPmGh6E4sWLP/HEE/Pnzz9y5EiNGjVCQ0M3bdoUERFxH1MWZljMHwcAAAAA8EDUx3moxo0bL1y4sG7duvv27ZsyZcrhw4c7d+68atUqPz8/7d4VLlx4165dKuNznFEO/4W3t/d33303YMAAo9E4Z86cFStWSHL6zTffdOjQQcsqqI8DAAAAAHgg6uM8V0M77UF4207DgxYSEjLQTsuiqI8DAAAAAHigTJnH8QMeyBqojwMAAAAAeCDq4wC4DfVxAAAAAAAPRH0cALehPg4AAAAA4IGojwPgNtTHAQAAAAA8EPVxANyG+jgAAAAAgAeiPg6A21AfBwAAAADwQNTHAXAb6uMAAAAAAB6I+jgAbkN9HAAAAADAA1EfB8BtqI8DAAAAAHgg6uMAuA31cQAAAAAAD2TQMiF+wGd2n376aXBw8I4dOzR4NurjAAAAAAAeiPo4AG5DfRwAAAAAwAMxfxwAt6E+DgAAAADggaiPA+A21McBAAAAADwQ88chHS1ZsqRt27bFixevXr36qFGjYmNj79Rz3bp1jRo1euihhx555JEWLVrs27fPqcOyZct69uxZrVo12VudOnX69Omj723KlCnBwcEXL178/PPPZdtixYrVrVt3wYIFGjI86uMAAAAAAB4oU+Zx/IDP+OQzkvjs1VdfvXnzZteuXQsVKvR///d/HTt2jI+PT9557ty5L7zwggRqrVu3bt68+enTpyVW++233/QOr732Wo8ePf78889nnnmmadOmZ8+e/e677z799FPHnXTu3Hnjxo0vv/zyu+++e/ny5d69e69du1ZDxkZ9HAAAAADAAzF/HNLFvHnzvv/++7Zt206bNs1oTPqaTZo0afjw4QsWLOjWrZtjz2vXrg0ZMqRy5crLli0LCgqSFknTWrVqNXDgwM2bN3t7e2/dunXx4sUvvvjixIkT1Sbnz5+vX7/+kiVLZEN9P8HBwUuXLlXL1atXb9KkyapVq+RVQwZGfRwAAAAAwANRH4d0sWbNGoPBMGzYMBXGiVdffXX06NGSuzn1lOQuPDy8X79+KowT+fPn79Wr16FDhySPk7fFihWTLK9v3776JkWKFKlQoYKkco7fhNatW+vLTzzxREBAwIULFzRkbNTHAQAAAAA8EPVxSBcHDx4sbKe3+Pv7S8qWvOfJkyflddu2bYcPH9Ybz549K68nTpx45plnJI/r2rWrvI2IiNi6devGjRt37dol+5eW+Ph4Pz8/tUmePHkcdyvpXirT1SGDoD4OAAAAAOCBeL4q0kV4eHjp0qXT0vPSpUvyOnXq1OSrzp8/rxYmT548ffp01TN37ty1atUym83Hjx937BwQEOC0udVq1ZCxUR8HAAAAAPBA1MchXRQqVOj69etp6ZkvXz55PXr0aN68eVPsMHdyqXkxAAAQAElEQVTu3GHDhlWrVq1nz55P2hkMhvbt2zvlcciMqI8DAAAAAHgg5o9DuihevPiFCxdCQ0P1FqvV+thjj7377rtOPYsVKyavv//+u2PjwYMHx48fv2vXLlleuXKlvM6YMePtt9+uUaOGhHHy9syZMxrfhMyP+jgAAAAAgAfKlHkcP+Azvueffz4xMXHUqFH6oNFp06ZJPJd8EGu7du38/f1HjBihj06NiYkZNGjQmDFj1JRwvr6+8uo4GdyKFSv++usvjTwu86M+DgAAAADggZg/DumiVatW3bp1mz179okTJ5566qldu3Zt27atatWqL7/8slPPkiVLjhs3bsCAAQ0aNGjcuHGRIkUkbjt8+LDkcap0rkmTJj/88EOjRo2kQ9myZc+cObN48eLs2bNHRESEh4cnnzYOmQj1cQAAAAAAD0R9HNLLhAkT5syZkz9//m+//fb69etvvvnm999/bzKZkvfs0qXLpk2bJMLbs2fP1KlT8+XLt2zZstdee02t7dy5s6R1cXFxy5cvHz9+/Pnz50ePHj106FBZ9ccff2jIzKiPAwAAAAB4oBR+DEuLxWJJTEyMj4+/vLmqNfZk0TqrA/PW09xHTslqtcpZmc0JYeGRkVGxBQsW1ABkcurvmfBbYX6+psAAf39/+V+T0egt3BW7h+7qFX5mTmLuN0xF+gTY+fn5SY6sTon/GJDp9Bp7fOfhSFloWTtkaM/iGgAAAABkADxfFYDbUB8HAAAAAPBAzB8HwG2YPw4AAAAA4IGojwPgNtTHAQAAAAA8EPVxANyG+jgAAAAAgAeiPg6A21AfBwAAAADwQNTHAXAb6uMAAAAAAB6I+jgAbkN9HAAAAADAA1EfB8BtqI8DAAAAAHgg6uMAuA31cQAAAAAAD0R9HAC3oT4OAAAAAOCBqI8D4DbUxwEAAAAAPBD1cQDchvo4AAAAAIAHoj4OgNtQHwcAAAAA8EAGLRPiB3wWs3fv3uDg4LFjx2r/QWRk5MyZM7X08dxzz+XPn1/Dg0Z9HAAAAADAA2XKPI4f8EiuefPmc+fO1ZCpUB8HAAAAAPBA1Mchi4iMjNSQ2VAfBwAAAADwQMwfB8BtqI8DAAAAAHgg6uMyq8TExMmTJzdq1Khw4cIVKlRo27bttm3bHDucO3euf//+TzzxRMmSJZ977rmdO3eqdlkIDg6eP39+ly5dihUrVr169bNnz0p7VFRU7969q1WrVqhQIWkcMmSIxWJx3GHqHbp27VqrVq0bN24MHjy4Tp06JUqUaNmy5d69e/UO165de//992vUqCEnLGf1yiuvXLhwwemi5syZIzuRs2rduvUXX3wh1+i4dsOGDc2bN5c9lylTpkWLFrt371btx48flyuSq9i/f78syAk47Xb16tXSPmHCBMdGObo09urVS72Ni4ubOnVqp06dSpcuLftv2rTpxIkTtZT8+uuvyff2wgsvSKNjy/jx4+VaihYtWrFixZdeeknujIZkqI8DAAAAAHgg5o/LrAYNGjRs2LBbt25JECYRkoREbdq0OXz4sFq7Y8eOp59+et68eRIGSRh37NgxCZjWr1+vby7Z0+bNmyV48vPzk/xLsjaJuhYsWFCkSJGePXsWLFhQ4rAXX3xR73/XDpo9cXvmmWciIiIGDBggwZbkg5IShoaGyiqz2fz8889/+eWX2bNn79atW44cOZYuXSqhW3x8vL75ihUr+vXrlz9//s6dOx85ckTyvtGjR+trZ82aJXu4dOmS7FlSSLmiZ5999ueff5ZVISEhH3zwQc6cOQsUKCAL9erVc7pXjRs3liNKKufYuHLlSnmVmyavN2/elH1++OGH169f79ChQ5UqVeQGjhgxQu3/PvTp02fMmDHyRZWLlb39+OOPsv+rV69q+Dfq4wAAAAAAHihTjlflB7ykYzNnzqxfv/6SJUtUyw8//CDBnIRc5cqVs1qtb7zxhkRdq1atkjBIs4d3derUeeedd/bt26f6nzt3TiKnQoUKqbeTJk06cODAtGnTJPPSW4YPH75s2TKVWN21g2bP4yQO69+/vyy3aNEiT548Emlt3LixS5cuW7du/fPPPwcPHiznoDpL+CWZoMSIEuGpFonYli9fLucpy6+99lrt2rUXL1780Ucfydu//vpLtq1atapcryR60nL27FnJB+Vwv/32m+RxclAJHyV0U0d34uPj06pVq2+//Vb2U6pUKdUo8ZycodxDWZ4xY8bBgwenT5/evn17tXbdunUvvPCCHE4/vbSTS/7uu+9eeumlTz/91GBIirzlVkt6KG8/+eQTDQ6ojwMAAAAAeCDq4zKxsLCwiIgItdy4cWPJtgYMGCDLe/fuPXXqVMeOHVUYJ3LlyjV58uShQ4eazWbV0qBBAz2Ms1gsEkhVrFhRz9o0e4VXwYIFv/zyy7R00LVu3VpfrlmzpmYfFqq3nD9/Xs9S33333d27dzvWsjVs2FCFcaJYsWJPPPHExYsX1QkvWLAgLi5OIjkVxqkOvXv3PnnypCpzuysVGq5YsUK9lbPavn17y5YtJapTd2P06NF6sKhOxmQyXblyRbt3cq/kVZJEFcaJJ598Uu7MrFmzeOiEE+rjAAAAAAAeiPq4TClbtmzPPffc999/X7169RYtWtSuXfuZZ54pV66cWqtGrVaqVMlxE6dRnJJn6csSk6mcaPz48Y59JJBSu7prB12+fPkcT1JeY2JiNHs2V7JkydmzZ//xxx8SHcrZ1qhRw2nCtbJlyzq+zZ07t2avBJRukrvJcrVq1Rw7qLeHDh2SW6HdjSR9kh6uWrVKFeipFE9PD6vYqSvdtGnTli1bdu3aJVGg43DatDtx4kTOnDmdksqrV69ardbTp08//vjjGm6jPg4AAAAA4IF4vmpm9fnnnxctWnT69Okz7QICAho2bDhhwgRJglR2lidPnlQ29/Pz05cvXbokr/vskve8devWXTvIQdWynIbTWgmh5NXf31+ysMGDBy9btuzIkSMTJ06U0+vSpcuHH36oF5E5npJOZa8XL16UVE524rhKZX9pnJRNvjOSvk2ZMkUNWV29erXEc0899ZRaK6mfnMmSJUtiY2Pl7SOPPCLx5fz587V7Jyd89uxZueoxY8YkXyt5H3mcI+rjAAAAAAAeiOerZla+vr5Dhgw5ffr0li1bJJWrVKnSihUr3nzzTVmVP39+eb1+/Xoad6WCrZ49e4alRLK2u3ZIy1EKFCjw1VdfSSC1bt26Tz/91GQySXo4derUtGwrJyAHUqV2OjWYNFeuXFratG3bVl4lEJR0b/v27e3bt9eD3ffff3/OnDlNmzYdPXr0b7/99vvvvzs9PtVRinGwCvLU2iJFijz66KMp3qvmzZtrcEB9HAAAAADAAzF/XKZ07NixPn36rF271sfHp3z58hItLVq06KGHHvrpp5+sVqsai7p//37HTST5qlq1qlOjIvmRZn/mgFPQOWPGjEmTJqWlw11JBidxnoRxgYGB1apV6969+9KlS6V906ZNadm8ePHi8rpr1y7Hxp07d8qrXm52129F5cqVS5cuvXr16h9//FG7PaOcZo+Eli9fXrJkyZkzZ/bq1UsNm5XMLiEhIcXkV005pwdwQno6jtstUaLEkSNHnOaek4OOHz+eR6w6oT4OAAAAAOCBqI/LlHLnzv3dd99JxKbfConhYmJiihYtajAYKlasWKlSpXnz5ukhkaRL0j86OtppjjZFAqYXX3xRojrHp39KfjRw4MC//vorLR3uymw2f//993JKektUVJS86s+USF3Hjh2NRuPIkSP151dcuHBhypQpOXLk0J9/ajKZ5AJT30+7du3kKubPn//oo486jhv19va2WCz6wy40+3Bg7Q7ftIcfflizp5OJiYmq5YsvvnCsRuzQoYN8HH379tUzu3PnzvXr12/x4sWpDyL2QNTHAQAAAAA8EPPHZUohISG9evWaNm2aBEzVq1eXllWrVoWGhs6dO1ezp0uffvpp586dmzVr1qJFi4CAgGXLlt24cUPWqtqu5IYNGybh3bhx43799VfZ4c2bN7/55psyZcoMGTIkjR1S16RJE4kIZXNJBosUKZKQkDB79uycOXNKSpWWzSU+kzBOjlW3bt2mTZtGRkauXbtW0reZM2fqD4WQaG/Tpk1yvXIsNW43ueeee2706NF79+798MMP9Ub5OrVq1UryysqVK8vmssPff/99y5YtQUFB4eHhyXeSK1euZ599Vm54tWrV5A5v375d4rZ69erptX6Sx0laJ/enfv36DRo08PX1lYuVsE9e9a+uJKeSSIaFhWmejfo4AAAAAIAHoj4usxo8eHDPnj0lNhozZszChQslGlu5cqXEQ2qthF+//fZbt27dJERbsmRJ+fLlly9frq9NTqKxH3/8cezYsRIezZgxQ7bt3bu3ZF56PdddO6ROcsBZs2Y988wzkglKKrdhwwZJEiXAUgNR0+LVV1/96aefatSosXr1askEmzdvvnHjRsnm9A4SsRUsWHDPnj1nzpy5005KlChRtWpV7fZccrpRo0ZJJCeBplzaF198IQmm3LTGjRufPHkyxRGmkyZNkmhP+ku3UqVKSTYnd9ixw2effaY+FHmVPhLMydk++eSTGv6N+jgAAAAAgAdKoThFWiwWS2JiYnx8/OXNVa2xJ4vWWR2Yt57mPnJKVqvVPqIwISw8Mio6rkCBAhqATE7+UMfGxkaE3/TzNQUG+Pv7y/+ajEZv4a6cLnRXr/AzcxJzv2Eq0ifAzs/Pz2QyqVMiPcx0eo09vvNw0iOnW9YOGdqzuAYAAAAAGUCmHK9KfRyQNVAfBwAAAADwQMwfB8BtmD8OAAAAAOCBqI8D4DbUxwEAAAAAPBD1cQDchvo4AAAAAIAHoj4OgNtQHwcAAAAA8EDUxwFwG+rjAAAAAAAeiPo4AG5DfRwAAAAAwANRHwfAbaiPAwAAAAB4IOrjALgN9XEAAAAAAA9EfRwAt6E+DgAAAADggaiPA+A21McBAAAAADwQ9XEA3Ib6OAAAAACAB6I+DoDbUB8HAAAAAPBA1McBcBvq4wAAAAAAHoj6OABuQ30cAAAAAMADUR8HwG2ojwMAAAAAeCDq4wC4DfVxAAAAAAAPRH0cALehPg4AAAAA4IGojwPgNtTHAQAAAAA8EPVxANyG+jgAAAAAgAeiPg6A21AfBwAAAADwQNTHAXAb6uMAAAAAAB4oE+ZxNurjgCxCr48jZAcAAAAAeI7Ml8d52ZnNZi3LcawVUstpfNWyrnu6J6qbh9yTe/puZNh7YrNTf6g1AAAAAAA8QybL49SPdvkBf+PGjfuIGJzCHbXwoPZzH/5LrPZgr+W/xzf/ZT+phG7avUjXe3IfMvvnm06fi9N+5NXb2yCLBoPBSyOVAwAAAABkfZkmj/O6LcDf12DQ4uLM8WZzYoIlISHBavubhnRwH9VYyIAy4Oco+Zu3wdtk8vExeoukPM5Lo1YOAAAAIQ6sZwAAEABJREFUAJDlZab6OPVDXX67W+1sNqv9V7vNvkweB9yVV5pf0/k87ImbBHCSwkkW5/NPImcgiwMAAAAAZHmZbLyq+r1uNHqbrD7yVn7B+1iM9jyOhzwAmYkqg5M/wvLH2cdolEjO26BK5KiPAwAAAABkcZkjj9PnmUoa4ObtnRS9mZKyOYvRYrHYi+M0wjggkzF4GfRIzpjE2z6RHGEcAAAAACCLy2TjVSWDM9pPOWmkm8HbalMDV20a08ADmczfj1W1/1k22Meuqv8lkgMAAAAAZHGZ6XkOakFFclarwV4nx5McgExMj+TU81X1MI5IDgAAAACQhWWy+ePUr3R7HQ1JHJAV6AGcPnMcYRwAAAAAIGvLZONVHZcJ44AsQ//TTRgHAAAAAMjyMll9nMbPdSAr4s81AAAAAMBzZL48TscPeAAAAAAAAGQ6mTiPAwAAAAAAADId8jgAAAAAAADAdcjjAAAAAAAAANchjwMAAAAAAABchzwOAAAAAAAAcB3yOAAAAAAAAMB1yOMAAAAAAAAA1yGPAwAAAAAAAFyHPA4AAAAAAABwHfI4AAAAAAAAwHXI4wAAAAAAAADXIY8DAAAAAAAAXIc8DgAAAAAAAHAd8jgAAAAAAADAdcjjAAAAAAAAANchjwMAAAAAAABchzwOAAAAAAAAcB3yOAAAAAAAAMB1yOMAAAAAAAAA1yGPAwAAAAAAAFyHPA4AAAAAAABwHfI4AAAAAAAAwHXI4wAAAAAAAADXIY8DAAAAAAAAXIc8DgAAAAAAAHAd8jgAAAAAAADAdcjjAAAAAAAAANchjwMAAAAAAABchzwOAAAAAAAAcB3yOAAAAAAAAMB1yOMAAAAAAAAA1yGPAwAAAAAAAFyHPA4AAAAAAABwHfI4AAAAAAAAwHXI4wAAAAAAAADXIY8DAAAAAAAAXIc8DgAAAAAAAHAd8jgAAAAAAADAdcjjAAAAAAAAANchjwMAAAAAAABc5y55nJeXl7zaLHHWxCgNALI8a6K+qP4CBAAAAADgwbpLHmez2eT1/G/tNADwGF4ONAAAAAAAHqiU8zh+iwLwZPJXn7e3N38NAgAAAADSQ2r1cfIrNNeTG+LjY4XZLjEx0Wq1qqI5AMhiDAaDxHBGo9HXL8jbjjwOAAAAAPDApVYfJz9NjaYgi81ksvnZvOI1Q4K3xUIeByBLUn/vqTzOZDL5+PgQyQEAAAAA0sMd6+P+zuOMRhXAyVtZtlgsNjsNALIW/b9DSAbnYyd/6cmytBDJAQAAAAAeoDvmcepHqURv8qNU1YxYKI4DkKXpJXKqSk4Y7FQYRyQHAAAAAHggUsjj9N+cqj7OqVCOPA5AFqb+xlP/QUK9UhwHAAAAAHiw7jJeVV+w3aYBQNalojdVE+c4UpVIDgAAAADwoNzxeQ5qzjiVxKlXaSePA5Dl6QEclXEAAAAAgPSQWn2c4wJJHACP4vR3IAAAAAAAD4ox9dX8EAXgmfjbDwAAAACQToxp7MdPUwAAAAAAAOC/S2seBwAAAAAAAOC/I48DAAAAAAAAXIc8DgAAAAAAAHAd8jgAAAAAAADAdcjjAAAAAAAAANchjwMAAAAAAABchzwOAAAAAAAAcB3yOAAAAAAAAMB1yOMAAAAAAAAA1yGPAwAAAAAAAFyHPA4AAAAAAABwHfI4AAAAAAAAwHXI4wAAAAAAAADXIY8DAAAAAAAAXIc8DgAAAAAAAHAd8jgAAAAAAADAdcjjAAAAAAAAANchjwMAAAAAAABchzwOAAAAAAAAcB3yOAAAAAAAAMB1yOMAAAAAAAAA1yGPAwAAAAAAAFyHPA4AAAAAAABwHfI4AAAAAAAAwHXI4wAAAAAAAADXIY8DAAAAAAAAXIc8DgAAAAAAAHAd8jgAAAAAAADAdcjjAAAAAAAAANchjwMAAAAAAABchzwOAAAAAAAAcB3yOAAAAAAAAMB1yOMAAAAAAAAA1yGPAwAAAAAAAFyHPA4AAAAAAABwHfI4AAAAAAAAwHXI4wAAAAAAAADXIY8DAAAAAAAAXIc8DgAAAAAAAHAdL5vNpgEAkMl9Ovf8/J+u3tMm73Yu0qlxXg0AAAAAXMugAQCQ+b3erlC+YJ+09y9bIqBDQ8I4AAAAAG5AHgcAyAoC/Qx9OxZOe/9BLxXz5t+BAAAAANyB3yIAgCyicfXgqmWD0tKzRa2QciUCNAAAAABwB/I4AEDW8cFLRX2MXqn3yZnN2O+Fe6ikAwAAAIAHizwOAJB1FC/g93KL/Kn36ftC4ZxBPF4cAAAAgNuQxwEAspSXny2QyoMdypYIaFk7RAMAAAAA9yGPAwBkKSYfr/5di6a4yuCV9BgHDQAAAADcijwOAJDV1KuS8+nKOZO3d2iYl8c4AAAAAHA78jgAQBY0oGuRAL9//TsuX7DP6+0KaQAAAADgbuRxAIAsKH+IqfuzBRxb+nYsHOjHv/UAAAAAuB+/TAAAWVPnJvmK5fdVy1XLBjWuHqwBAAAAQAZAHgcAyJpMPl4f2J/e4GOUhaIaAAAAAGQMRg0AgCyqWrmgRk/mKl7AT/7RAAAAACBj8LLZbBoAAAAAAAAAl6A+DgAAAAAAAHAd8jgAcD9KlZHZeXl5aQAAAADShjwOANxJT+KSLwAZn1MMRyoHAAAApAV5HAC4jYrerFZbTLxVEMkhc/Gyx2+B/t4qhpNX+eoSyQEAAAB3RR4HAO4k+UVYRGKTvgc0IBPyNmhbpz1qsJMkTl6J5AAAAIC7MmgAAHdQRXDyarFYNCBzkujNbDYnJCTI19hmpwEAAAC4G+rjAMBtVH5htVrV2yE9S+ULMWlAZnD0TPTnC87JF1jyOB8fH73dYEj6T32UyAEAAACpII8DALdRYZyexxUt4Fckn58GZAYR0YlqIT4+Xo1RVaNWNQAAAAB3Qx4HAO7EeFVkdmazWWI4bztV8klxHAAAAJA6/js2ALiBzYFeHwdkRgkJCYmJieoBwcwfBwAAAKQF9XEA4E7kF8jsLHYqj9MAAAAApAF5HAC4GSkGMi9V4KkXe2oAAAAA0oA8DgDchhQDWYDjF5jvMwAAAJAW5HEAAOA/IYMDAAAA7gl5HAAAAAAAAOA65HEAAAAAAACA65DHAQAAAAAAAK5DHgcAAAAAAAC4DnkcAAAAAAAA4DrkcQAAAAAAAIDrkMcBAAAAAAAArkMeBwAAAAAAALgOeRwAAAAAAADgOuRxAAAAAAAAgOuQxwEAAAAAAACuQx4HAAAAAAAAuA55HAAAAAAAAOA6Bg0AkEXZbDar1WqzpdbBlspqAAAAAEA6II8DgKwpPCL87IWzZ86fvnDpfGxcrNNai8V67cb10+fPnD5/KvRKaEJCwl13WLp6g0dqNNxz4HDyVT36fSBro2NitbSJio6Zu3iF/vaNAUNl87h4s5YOnI6V3nuLNyeM/+LLFp1eeaJR29kLl2ppsG3nnr0H/76rs+YtkVvxy+87NQAAAABZF3kcAGRBl69dvnLtQskCOcuXKpQvp//hEwfDwm86djhz4bQ57la5YvkeK1EgwMdy7K+jcXFxd92tzWYbOnZCYqJF+2869Xp78aofNZd4sMe6694mTJv15ZyFV6+HlSldskDePNrdrP1560t9Bly9el0DAAAA4DGYPw4AshSJzK6FXYuOulmpdEkfn6S/5PMG56iV7dHDpy6YjD7ZArNZbbYz50/nDDAWL5Tf25D0X2WKF8wfFBB49sr5YoVLent7p77/Y3+d/nr+kp5dO2j/QVR0TFC2bPrbLz4ZrqUbp2Ol994OHT1uNHr//P2coKBALS07jIl2fNu9Uzv5RwMAAACQpVEfBwBZijnBHB0V/vhDxVUYp/iafArnCw4LuybLERHhBpu5eMF8KoxTcmXPliPQ9/LVS6nvvETRwkHZAr/4es75i3fp6bHM5oScObKnMYwDAAAA4JnI4wAgS4mOic4V5G8weMXHxzs+qyE4R1BcfHRcXFx45K3SxQtbrVaz+Z/52qR/4by5L16+aLGkNhY1d3Cuvq++FBMTN2TcBC1VW7b90em1flUbtqrRrF3nXv3+PHRUtf915lzp6g0uhF4+cvykLIyZNE1Laf64lWt/fqnPgCoNWjXp8PKEabNi4+IdLjB2wPBxDdt1e/zpZrJ27ORpFos1xXNI8Vip7+Hzr+ZIz4Eff6LvZMfuP6Xlue5vnDh1JsW96TZs/U3a9x48fP3GTVmo07Kjar9246Zcwotvvlep/rP123Tu1qf/hq3b1Kr+Q8cMGvV/stBn0AjZJCIiKvn8cX/s+bPXe4OfaNRWbuOiFWvU+fywfrN+btNmz3M8jdfeHSyNji0bf93evvubsocaTZM+i4NHjmsAAAAA3Io8DgCylOiYSHNszFdffTV79uyoqCi93dtgyBec89LVSwbNeuHcuS+++GL16h8cN/Q1+eQNzhkZHZn6/ru2b13psXLb/tiz+qdNd+oz7/uVPd8ZdPn69bbNGtd9qvrJ02e7vN5v67akjClXzhxv9eyWPXu2vLlDZKHWE1WctpUM8Z2PRr03bMytiIj2LZvmz5dn6jfzXn13ULw5wX51sZ16vb38x/WFCuTr0r5N/rx5JMB6c+DQFE8jxWOlvode3TqVLV1q6Q8/SdQlbyOjogd+PM7P1zRuyICQ4Fypn3mJokWkvVD+vIEB/rLwUsekYacSzzV/oceseYuNRmOH1s1zBwf/vnPvwJGfXLsRJmsbPF2zYd1asvBs4/qyicnX5LTP5Ws3dOn97v4jx6RDwfz5Rk34YvSkKdq9WLLqR4nzLl291rTB03KssxdCO7/eTzI+DQAAAID7MH8cAGQpUVGRy1d9v3HD+mbNmvn7+zuuCs4RdPLiySBf47DhH928GTZ48GCnbQvkznUjOiZn9px32rnNpnl5eY34oF+bbr0kGKpTvZrkU059zpy/MGbS1IqPlv1q4lg1bPP8xUsSgY2c8MUP1WYG58zxZo+uS39YF5QtmywkP4SskqSvecO644d+YDQmTWY349sFn06ZueyHdR3btJjx7fwjx//6ZNjA1k3+LgFTa39Yv1k2cdpVisdKfQ9yxFEfvNv+lTeHfzp51dwvR02ccvHy1QFv9nyoRDHpmfqZlypeVNp/+X1nfEKC3mHCtFlx8XGrv5tZrEgh1TLufzO++m7Rpl+3P9+qWeP6dSKjo9dv/rXR07Vk2WmHMbFx4/83Q+K/RTP/VzB/XmnpeqhN59ff1tLsetitsZOnlS/3yOz/jc8WGKAuoWvvdz/+7PPls6d7e/Pf5AAAAAD34P+LA0CWcvXq5eNHjyYkJJw7d27Pnj179+7VV/n7+cbHxx8+fPjGjRtms/nAgQP79u27cOGC3iFbgH+CvQwtdY+UKvHi822v37j5f9O+Sr522Q8/xZsT+vXqrs+hVqRQge6d2ktOt3bj1rvufMOW3yTye++NV1UYJ7o+3+bDfr0rPFrGYrF+u2jZo2Ue1uRjgk8AABAASURBVKM08UqX5/PlCZm7ZLmWBmnZw2NlS/fs0vHk6bPvjxi3dPW6ahXLy8lr90tu1McfvKuHcaJ+7RryevX6jbtuu3XbH9duhL34fBsVxonHH32kdbNGWpotXb02IjK6V7dOKowTku516/jcsZOn9x48pAEAAABwE+rjACBLiY2JiYyKlDxu565dR44cKVeuXKVKldQqo/3ZqRHht8zmeIvFsnDhwh9//PG1114rXLiw6uBj9LbZrGk5St9XX/ppy6/zl65q1bRh5fLlHFedOpcU8FX8d6N6e+yvU89q9VPf89ETfxXKn7fQ7QRKs8eI3Tq0lYVzFy5Fx8Rq9lneHDfxMZmO/3VaS4OLl66kZQ9vvtJ1w9bfVq772c/XNObD/gbD/f+3qwZ1ntLsg3APHT2xbeeeHXv//PPQEc3+2Ie7bnvwWNJEb+XLPuLYKLnkwuU/aGlz6tx5ed25d/+xk6f0xguhSc/iOB96uWqF8hoAAAAAdyCPA4AsJcA/0GQyqWc1xMfF5cuXX18lIZ28BgVllzBOdUhMTAwKCtI7xJsTDAbvtBxFMrIR/ft2f3vg0LETls3+15MNrly5ljN7dung2JgnOFher9snTUtdRFR0yaJFUlx15fp1eZVgS/5JvjY8PDJHjiAtVWncg8nHp3rViidPny1RrGiRwgW0/+CvM+dGTZzy6/Zd6m2VCo89XeOJVes2pmXb6JgYec2ZM4djY+6QYC3NVBXeNwu+T77q2rW7F+gBAAAASCfkcQCQpeQrUKBylaqHDyWNRsydO3fbtm30VVGxcdkCs4U8Vr506dJqHGupUqUqVqyod7gVGS1ZXhoPVKt61eYN6/6wfvNX3y1ybM8TErzv0JGY2LgAfz+98VpYUhKXM0f2u+62QN48N8LDU1yV1x5FdWnf6qN3+2j3JY172H/o2NzFK4KyBR45fvLbRctUdd59SEhI7PXekIuXL7/U8bkyD5V8uuaTIbly7vrzQBrzuLy5c8vrrVv/uhthYbf0ZS+vFLaKjY/Tl1UM+tsPi/OE5NIAAAAAZBjMHwcAWUq2bEGdu3QdNWrUSy+9NGPGjDJlyuirrt+KCMkV4h+QbdLkyf369XvjjTemT58eEhKid7h47UZAQGDajzXwrdezBwVOnf3dlSvX9EZVUPbnwSOOPfcdOCyvZUs//Pf7FJMktXmhApcuX7l89breYrVa67Ts+NG4iQXz55O3u/88ZLPZHDeRyGzGtwvutEPHY6VlD4mJliHjJnh7G2b/b3ylx8pNmD7r3PnQFPd2V/sPHz174WKrJg0Hvf162xaNJYzT7ANF5dWm2e66eZGCSXfywJFj/9qnw1tvY9J/VIuLi9dbJAE8fvKfgbeF7XvYve+A4x6OHv/r86/mHDlxSgMAAADgJuRxAJClZAvMHptoadWq1XvvvVe6dGmv2/mROSHhZkR03jz5vAw+Ni/vHj16vP766xLG6R0iomOi48xBAdnSfqx8eULefrV7TEzc8VNn9MZWTRtJmDVh2qzIyGjVcvHy1VnzFktyV6dGNdViMhpj7PO4JSfplcVilc0lhlMt3yxYKvFcqRLFfHyMz7dqduT4yc+/+lbvv2HrtpGffXHm/EXtDhyPlZY9zJizQDp06/DcY2VLD3v/7djY+MHjPktxb3dl8vGR19i4fwrW4s0J85es1OwzyqkWo71PjEMfXc0nq+TMnl2yQrmBquXwsZPfr/pR71CqWNLA3t37D0qGqFrkPoc51NO1bFzfz9c0fuqXFy9dUS0xsXGjJk6Z/OXsnNnvMrYXAAAAQPphvCoAZCmB/oHXb1yNjI4Juv1ITeXKjVvZsuX08TaG5Ao5du5klQAJav4ZmpposZy/fK1U0ZJe91L/JTq3a7lq3c97Dx7WW8o+XPKDvq+PnTyt1Uu9GtSqERUTu/GXbTGxsZ99PDjX7fGq+fPl2fbHns69+tWrXeOVzs877rDJM3U67Gy+cPkPp86cq1a5wp8HD+/cd6Dio2VfaNNC1vbv3fP4ydP/mzlnx+4/q1R47FZE5IJlqx8uUeyd13vc6QydjpX6Hs6cv/DFrDmFCxXo++pL6lpeaPvsvO9Xyj+dnmuZ+pkn98jDJUsWK7Jmw+ZTZ8/Vrl7N6O29Yctvl68llf5FRv0dVhbMm0deJ07/esWPGz4dPshxc7ld/d/s+eHo/2vf442m9Z+Ojo39adMvxYsWPnbytI/94bM5c2RvWLfW+s2/Nnq+W4PaT+3af/Bi6OWnnqgsZ6j2UKxIoY/e6zN8/OR23d+oV6tGwfx5123ceuyv0x++80aBfHk0AAAAAG5CfRwAZClGozFP7nzbDxyLizfrjdGxcaHXwnMHJ0UwAf4BIcH5Dp86Jxmc3uHK9VtmqyFnjnueZUzyuxEf9DMa//UUiBefb7N45ufVKpRfv+XX7Xv2SWa09Jup6kmjyjuv9ciXJ2T/4aPnL15Kvs+PB/b7YtzwPHlCFq384cbNW907tZ81eZyqNcuRI2j+jEmD33nDx+Tz7aJlO/fuf/mFdgtmTM4dnPNOZ+h0rFT2YLPZBo38v4SExBED3tafR/HOa92Dc+b4bNpXaght6mfuRM558pihZR4uefTEqS/nLPx+9bryj5ZZ+vUU2cO+2wnmE5UrtG/Z9NKVa5LZXQ+76bQHWTVu6Pt5QkKWrfnp4qXLowe916FVUi4ZlO3vMsbRH7zbolG9y1evrfppY4mihedOm1BOHxRs1+7ZpstmT5OU88Dho98s/D4kJNc3//uk2/NtNAAAAADu4+U0hw4AwAVsdhaLJSEh4dK1mOeHnJXGLz96tEg+P+1BiIiMuBF2JSjA5GM0xpoTImPMBfMXDvT/p2Lu8rXL8XFRQf6+BoMWFRNv1Xzy5yuoMi9kEJGR0TdvhRculN9g+Oc/nk3+cvbnX83ZtOy7QgXyaW6152jEoP+dMHjZvu7vFxAQEBgY6O/vbzKZJBH29va+10JLAAAAwKMwXhUAsqDsQdklHImLi0u0JAYFmfLk9pOIxLFDvtz5zeb4OHO8zWYNyZ3bZPL1NlAxnbHcuHWzUfuX2jRrNO6jAarlZnjEqnUbC+XP6/YwDgAAAMB/QR4HAFmTj9HHJ9sd6928vDRfOw0ZVZGCBSuVL7dszU/HT52uVvHxS1evbftjd2RU9Lih72sAAAAAMjPyOAAAMiJvb8PU8R/PXbz81+27Fq38ISYmrnTJ4qMHvdu4fh0NAAAAQGZGHgcAQAYVnDPHWz27yT8aAAAAgCyEPA4AAAAAAABwHfI4AAAAAAAAwHXI4wAAAAAAAADXIY8DAAAAAAAAXIc8DgAAAAAAAHAd8jgAAAAAAADAdcjjAAAAAAAAANchjwMAAAAAAABchzwOAAAAAAAAcB3yOAAAAAAAAMB1yOMAAAAAAAAA1yGPAwAAAAAAAFyHPA4AAAAAAABwHfI4AAAAAAAAwHXI4wAAAAAAAADXIY8DAAAAAAAAXIc8DgAAAAAAAHAd8jgAAPCfeHl5aQAAAADSjDwOAAAAAAAAcB3yOABwGy87g8Gg3r728SENyCRstxfU1zj5MgAAAIA7IY8DgIzCatOAzEUFyvqrBgAAACANyOMAwJ0kwsiRzXtsr7zxdgkJCYmJiRaLxWYjnHswwiOjvQ2GbIH+Gh4cVQfn7e1tMvkYjUZZ8LpNAwAAAHA35HEA4AYqtlD5hcnHu/IjAXFxhvj4pH8SE70lj7NarURyD8Tpc7E+PsbCBbJreHAMdhLD+dipSE6VyBHJAQAAAHdFHgcA7qQG+qlcQ71NTExUYRx53ANhTrQavLWAgAAND47+vZUkzimP0wAAAADcDXkcALiNY6ih2WuOZJniuAcrPsFq9NECAwM1PFBqvKr69irkcQAAAEAakccBgNvoz1eVLENfcCyOI5X77+LMFpPJ6u/P/HEPjONoaxUiK4xXBQAAANKIPA4A3ENiC4nbVKKh3S6OY6TqA5eQaLVYNfK49OD4cFVFj+o0AAAAAHdGHgcAbqPHFpLESQYncQZh3AOXaLFabJrJZNLwoDkWyumVcYRxAAAAwF2RxwGAO+nhhSqX09tJ5R4Ui9Vmtdok8dTwQDnmbo5fYw0AAADA3ZDHAYCbqQhDjV11asR/p4JNNSgY6YdvLAAAAJB25HEAkCEQZ6QnHjIAAAAAIAMhjwMAAAAAAABchzwOAAAAAAAAcB3yOAAAAAAAAMB1yOMAAAAAAAAA1yGPAwAAAAAAAFyHPA4AAAAAAABwHfI4AAAAAAAAwHXI4wAAAAAAAADXIY8DAAAAAAAAXIc8DgAAAAAAAHAd8jgAAAAAAADAdcjjAAAAAAAAANchjwMAAAAAAABchzwOAAAAAAAAcB3yOAAAAAAAAMB1yOMAAAAAAAAA1yGPAwAAAAAAAFyHPA4AAAAAAABwHfI4AAAAAAAAwHXI4wAAAAAAAADXIY8DAAAAAAAAXIc8DgAAAAAAAHAd8jgAAAAAAADAdcjjAAAAAAAAANchjwMAAAAA4P/Zuw+wJu6HgeNHCHsnIKi4t+CegHuDu1rbWltbu/d+u/fe/7Z2Dzus1bbugXsL7j1wouJA2RtCEt5fOE1jQEVGyPh+Hp88x91lECFcvvndHQBYDj0OAAAAAAAAsBx6HAAAAAAAAGA59DgAAAAAAADAcuhxAAAAAAAAgOXQ4wAAAAAAAADLoccBAAAAAAAAlkOPAwAAAAAAACyHHgcAAAAAAABYDj0OAAAAAAAAsBx6HAAAAAAAAGA59DgAAAAAAADAcuhxAAAAAAAAgOXQ4wAAAAAAAADLoccBAAAAAAAAluNUUlIiAQBg436ZGRu/48ANXWXk4MhRQyIlAAAAALAshQQAgO2bMLKfm5tLxdcP8POJGdBDAgAAAACLo8cBAOyBt5fHmKG9Kr7+bWMGKJXOEgAAAABYHD0OAGAnBkR1bhQaXJE1O4Y17xTeQgIAAACA2kCPAwDYCYXCadK4wU5OTtdezc3N5bYxAyUAAAAAqCX0OACA/WgcGjIgqtO11xkztJfK30cCAAAAgFpCjwMA2JUxw3p5e3pcbWlwUMCAqM4SAAAAANQeehwAwK64u7mOH9H3aksn3TRYobjODq0AAAAAUKPocQAAexPVLbxVswZl50d0CWvdvKEEAAAAALWKHgcAsEOTxg1WOjubzvH29Jgwsp8EAAAAALWNHgcAsEMhQaroAT1M54wf0dfby0MCAAAAgNpGjwMA2KeYAT0C/C6dR7VRaHBUt3AJAAAAAKwAPQ4AYJ+USufbxgwQE05OTpPGDZYAAAAAwDooJQAA7FSn8BYdw5qrA3wbh4ZIAAAAAGAdnEpKSiQAAOxURlaOh7ubu5urBAAAAADWgR4HAAAAAAAAWA77qwIA7JzpJ09OTk4SAAAAANQqehwAwG4ZS5w8IWKccQ5hDgAAAEBt4fyqAAA7VHKZXq9f/XN+XqZOTOh0hks5yXG4BgCgEmYPAAAQAElEQVQAAAC1hePHAQDsjbG4if427738vcu1dZooJn3m5umnEJycnORLiVFyAAAAAGoDPQ4AYFdMR8bN/6Bgz1KtPD+oqTTxI1eR5JydnRWKS2FOJgEAAACABdHjAAD248oYl79nqc50aWCTklved/YOUIokp1QqSXIAAAAAagXHjwMA2AnTGDfv/f9iXNQtHu5ehuKWmug08wVtdppGW0o+lpxMAgAAAABLoccBAOyBsazpdPo57+TtXXYpxg1/zKvXLR63v+vr7m1IcmknFbOe14skV1xcTJIDAAAAUCvocQAAm2ca4+a+m7d/pV6eL2JceH83MRHY0Pn2d3w9fA1JLj1J8fcLJTnpxSQ5AAAAALWC48cBAGzbdWOcUdpZ/Z8vZxVkG/7wqRroJ3zg5KNyETiWHAAAAABLYnwcAMCGVTzGCer6itvf9WOUHAAAAIDaxfg4AICtulqMG/W0d5terle7FqPkAAAAANQuxscBAGxS5WKcxCg5AAAAALWNHgcAsD2VjnEykhwAAACAWsT+qgAAG2Ma42a/lX9wjU6eX8EYZ8SOqwAAAABqBePjAAC2pLpinMQoOQAAAAC1hB4HALAZ1RjjZCQ5AAAAAJZHjwMA2IZqj3EykhwAAAAAC6PHAQBsQA3FOBlJDgAAAIAl0eMAANauRmOcjCQHAAAAwGLocQAAq2aBGCcjyQEAAACwDHocAMB6WSzGyUhyAAAAACyAHgcAsFIWjnEykhwAAACAmkaPAwBYo1qJcbJyklyGhiQHAAAAoLrQ4wAAVqcWY5zMLMn9+7JEkgMAAABQXehxAADrUusxTmaa5FITSXIAAAAAqg09DgBgRawkxslIcgAAAABqAj0OAGAtrCrGyUhyAAAAAKodPQ4AYBWsMMbJSHIAAAAAqhc9DgBQ+6w2xslIcgAAAACqET0OAFDLrDzGyUhyAAAAAKoLPQ4AUJtsIsbJ5CTn6UeSAwAAAFAlTrxzAADUFhuKcUYZyfrpL2blZxn+egY20Y9/V/IJcHVxcVEqlQqFwukyCQAAAACugvFxAIDaUW6Mc1JYdYwTAkIUk95nlBwAAACAymN8HACgFlwtxo151rtlT+uNcUaMkgMAAABQaYyPAwBYmq3HOIlRcgAAAACqgB4HALAoY6vSFttqjJOR5AAAAABUDvurAgAsxzTG/fN6weGNWsk2Y5wRO64CAAAAuFGMjwMAWIj9xTiJUXIAAAAAbhw9DgBgCXYZ42QkOQAAAAA3hB4HAKhxdhzjZCQ5AAAAABVHjwMA1Cy7j3EykhwAAACACqLHAQBqkIPEOBlJDgAAAEBF0OMAADXFoWKcjCQHAAAA4LrocQCAGuGAMU5GkgMAAABwbfQ4AED1c9gYJyPJAQAAALgGehwAoJo5eIyTkeQAAAAAXA09DgBQnYhxRiQ5AAAAAOWixwEAqg0xzgxJDgAAAEBZ9DgAQPUgxpWLJAcAAADADD0OAFANiHHXQJIDAAAAYIoeBwCoKmLcdZHkAAAAABjR4wAAVUKMqyCSHAAAAAAZPQ4AUHnEuBtCkgMAAAAg0eMAAJVGjKsEOcl5qwx/f0lyAAAAgGNyYqMfAFAJxLiqyLqon/5Sdm66XkwHNtGPf1fyCXB1cXFRKpUKhcLpMgkAAACAPWJ8HADghpUb4xTOxLiK8qujmPSeL6PkAAAAAMfE+DgAwI25Wowb+4JP8y4uEiqMUXIAAACAY2J8HADgBhDjqhGj5AAAAADHRI8DAFQUMa7akeQAAAAAB8T+qgCACjGNcX+9lHd8i2EvS2JctWDHVQAAAMChMD4OAHB9xLgaxSg5AAAAwKHQ4wAA10GMswCSHAAAAOA46HEAgGsxlqBijY4YV6NIcgAAAICDoMcBAK7KNMbNfDmfGFfTSHIAAACAI6DHAQDKR4yrFSQ5AAAAwO7R4wAA5SDG1aKySS4vq5gkBwAAANgNehwAwBwxrtaZJ7lXSkhyAAAAgN2gxwEArkCMsxKmSe7iMZIcAAAAYD/ocQCA/xDjrApJDgAAALBL9DgAwCXEOCtEkgMAAADsDz0OAGBAjLNaJDkAAADAztDjAADEOGtHkgMAAADsCT0OABwdMc4mkOQAAAAAu0GPAwCHRoyzISQ5AAAAwD7Q4wDAcRHjbA5JDgAAALAD9DgAcFDEOBtFkgMAAABsHT0OABwRMc6myUnON4gkBwAAANgkJ7bXAcDREOPsQ06afvpL2dkphv++Os31499x8vJzEZRKpUKhcLpMAgAAAGBlGB8HAI6FGGc3fNSMkgMAAABsEuPjAMCBXC3GjX/Zp0lHYpxNYpQcAAAAYHMYHwcAjoIYZ5cYJQcAAADYHHocADgEY5fRFBHj7A1JDgAAALAt7K8KAPbPNMbNeD7/5E5inB1ix1UAAADAVjA+DgDsHDHOQTBKDgAAALAV9DgAsGfEOIdCkgMAAABsAj0OAOwWMc4BkeQAAAAA60ePAwD7RIxzWCQ5AAAAwMrR4wDADhHjHBxJDgAAALBm9DgAsDfEOEgkOQAAAMCK0eMAwK4Q42BEkgMAAACsEz0OAOyHsbAUa4hxMCDJAQAAAFaIHgcAdsLYVrTF+r9fJcbhEpIcAAAAYG3ocQBgD0xj3KxX8o7GE+PwH5IcAAAAYFXocQBg84hxuC6SHAAAAGA96HEAYNvKjXHOLsQ4mCPJAQAAAFbCiS1vALBdV4txE171bRiulIAyctL001/Kzk4x/KjUaa4f/46Tl5+LoFQqFQqF02USAAAAgBrD+DgAsFWmMe7fN/KJcagIRskBAAAAtY4eBwA2ySzGJWzQScQ4VAxJDgAAAKhd9DgAsD3EOFQRSQ4AAACoRfQ4ALAxxDhUC5IcAAAAUFvocQBgS4hxqEZykvMPJskBAAAAFsX5VQHAZhDjUBPyMkumv5iVeYEzrgIAAAAWwvg4ALANxhin0xLjUJ28/J0mve/HKDkAAADAYuhxAGADTGPc7HfyiHGoXiLJ3f6uX0DI5ST3KkkOAAAAqEH0OACwdqYxbs67+QdXG/YrJMahenmrnG5/7/IouaOMkgMAAABqED0OAKyaWYw7sIqRcagp7LgKAAAAWAY9DgCsFzEOFkaSAwAAACyAHgcAVooYh1ohH0tOVfdSkpv9GkkOAAAAqGb0OACwRsQ41CJvldPEdy+NkrtwRDH7dX1etoYkBwAAAFQXehwAWJ3/YpyOGIfaYbrj6oXDzoZRciQ5AAAAoJrQ4wDAupjGuAUfFhDjUFtIcgAAAEANoccBgBUxi3F7lmolYhxqD0kOAAAAqAn0OACwFsQ4WCGSHAAAAFDt6HEAYBWIcbBaJDkAAACgetHjAKD2EeNg5UhyAAAAQDWixwFALSPGwSaQ5AAAAIDqQo8DgNpkrBiiaBhjnNKVGAdrRJIDAAAAqgU9DgBqjWmMW/RpvjHG3fIGMQ5WiiQHAAAAVB09DgBqh1mM27lQJ12OcaGtiXGwXiQ5AAAAoIrocQBQC4hxsGkkOQAAAKAq6HEAYGnEONgBkhwAAABQafQ4ALAoYhzsBkkOAAAAqBwnNpQBwGJqJcYd2XPy8VHvXmOFZmENvl7ymlRZIrws/mNt/7E9vX09pEoZ1ui+bv3D3/71CQlXMS788ebhDT+c+ew11tkTl/Dv98tPJCQV5BaGNg0Zekuv4ZP6SjUvL7Nk+otZmRf0Yjq4lW7cW05evq4uLi5KpVKhUDhdJgEAAAC4jLEYAGAhtTUyzsPLvVOvNsYvTx05l34xq03npu6ebvKcOqFqqQq+e3Pmgl9X9xnRTULtWbdw2/uP/uDsrIgc2imwbsDmlXu+enn6qSNnH35rolTD5FFyM17NSj+rLx0lJ5KcxsvXsEhOcvJqJDkAAADAiB4HAJYgD0aWY1zslwWW3E21QfOQ9/982vilqDai3Tz6zqRmYQ2k6lCQWyChVum0uq9fmyEmPpz1XHi35mLi7ufHffj4Dwt+W9Otf/tu/cOlGmZIcu/4TX+FJAcAAABUCMePA4AaJ8c4fSkR47bN0UocMw7V5+j+09npuf1GdZdjnODqprzpvqFiYtfGg5JFePgZkpyqPseSAwAAAK6P94EAULNsIsbl5xV98+qfh3YcT0nOqFNf3WNA+ykvjnN2NrSVA1uPPnPzR6FNg79Z+oaoPGJOVmrO/UNe12q0P6x864kx76WezxAzb+n8VMv2jb9c+HK5t3/8QNKyvzce3nXi5OFzQfVVoU2Cp7wwrmGLuuWunJdT8MsHs/dsSkg5n1EnVNWtX7t7xINROstL37zv6/OnUj7869lZ3yzZvenQxbNpTds2vPel8S07NDbeQtLx5G9f/+vU0XMFOQV1G9cZc/egwTdHStc044tF6xdvv5CU6qvybt6u0ePv3uGn9q74PV77Mb94+2d7Nx9ZfPw74/qHdp54auz7dz49euITI+Q5e+OPzPlx2YGdxxu1rDdobIR42M/f+smLU+/vO/K/HYETdif+8Nask4fP1m8S3CGi1c0PRfupDA8yqK7q6U/uCm0aYvod+fh5isvCgiLJUuQkxyg5AAAA4LoYHwcANchWYtyz4z9cOTu+Tqh61OQBQXUDZv+4/O37v5GXhnVvMfLO/mdOXBA1Sp7z2XO/ZqXl3P/aLeoQ/7H3DGrRrpGYOeGh6GG39i739hdPX/dIzFtr5m8JDg0cemsvnVa3eeWeL178vfwHk1v4xOj3xFVEARx990DfAO85P6149e4v9fr/hlZlpGY/PuodkcBuf3LU4PFR+7YceWnSZ3IWFI7tP/302Pf3bz0S1qV5zO199bqST5+d9u8Py6Wr++zZX3//bL7oRGL9Vh2bbl6x58mx72WkZFfwHivymK9t1ZzN/3frx4f3nuw/ukdwffW3b8z8/q1ZZuucO3Xx5UmfF+YXDb2lV1GBRnxHb943VV6kDvYbcnNU2y7NTNefN22luOwU1VayoOuOkpMu/1IAAAAAjozxcQBQU2xlN9W/v1ly4mDSc5/fM/CmnpfmfBv7ywdz1i3cJg/OuvuFcdvX7ps5dUn/MT0ObDu2ZfXeHgPaD50QJRaNu2/IyYQzR/edEhPGAWWmROz74e2/m4c3/OSf5909XcUczYvjX73riz3xh5NOXGjQNNhs/R/f/efM8eT/+989A8ZeejA/vfuPaE/LZ20cdtul3idq4OjLI8uihnXyD/Kd9uGc7esPDLull5jz3VsztcW6r2Nfb9DMMF5s8nPaD5/46fdP5/WK7hzSILDsI9yx7sDyfzbF3N7n0XcmKRSGoVv7tx17/paPZ3y56JG3J1bkHivymK+hMF/z8/v/iqb2+dyX6tRXiTmjJg98bsKHZqulnMuY+PiIO58ZbXgOi7QioR7cfjzpeLL8bZoR/31L/lzfuXfb3sO7SJZVdpTc+LeLPX0Mi5RKw4+9QqEQvxqMkgMAAIAjY3wcANQg+QQOS78qtNoYp9PpF0xb1aJdI2OMnbcwkwAAEABJREFUE8Y/MEwd4r/gt9Xyl55ebqJV6bS6H9/6+6d3/vYJ8HrsvUkVvH3x/T/+/h33vTJBjnGCq7tLp16GQVvpFzLNVtYUFi/9a0P7nq2MYUu44+nR/oG+c39eabpm7xFdjdNifXF58WyauDy44/j+LUdFBTNWKhdX5R1PjRK3HDtjfbmPcP60VeLy7v8bJ8c4Ibxb8z4jui76Y21+buF177Hij/lqtq3Zl34xa/TdA+UYJ7Tq2HjgOPMdbL19PW59dLg87eqmjBzaSUyknE0ve4O/fzpfFFXxkF75/mGpNpQdJVeQqxV04qeNUXIAAAAA4+MAoIbIR68X9WH5NwVbZxtinIurdPOrVncCh4tn0vLzDIcYm/HFItP5rq7KkwlnjV926Rs2ZELU8r83ielnPrk7sG5AxW5e8vLxkEtfsUZ7YNuxnRsO7t925Ni+U4Y5RVqzlZOOJ4snrU3npqYz3TxcW7VvvGX13oL8Ig9PN3lmQJCfcQUPL8NMTYFGvgWptJSZfjvyfqNnEi+U+wiTTiT7+HkuvBwfZekp2eKRnDt5sXl4w+veYwUf89UcLX02WrZvYjqzVccmZgGxQfO68vH7ZL4BhtGIBXmFZre2Jy5hxpeLWrZv9MYvj3l6Xeeua45Icre/4zfj1ey0M7rkBMWc1/Xj3tI6+TjJFKJ9Mj4OAAAADoweBwA1SJQaxaVj+osgJZ0/pm0QZl0vvGnJhkFqIgnJVchMTma+j7+nPN21b5jocUoX5869b+yQZJtX7f3to7mJCWek0oFdHSJbt+3afPemhLJrpiQbjsjmH+RrNl+ek3Ex26NxkDzH4/JoOyM5umVczBKXm5buEv/Mb7x0OJsZ8R+UfDpVXP7+2fyyS0XXM/a4q91jxR/z1chNzVd1xd6+KpP8J3N1c5HKe/xmczYtM3zjD799ey3GOFnmBV1Omk6e1un0xcUlOp3C2dnZeGIHAAAAwGHR4wCgpshD5Prc7awp0m2fY+gma37Ld3aRusS4S1YjINjQfUZN7v/wWxOvsVp+buGP7/7j6e0uJr55fcarFd4R8tSRc+888I2fynvSk6OatWvYKbKNu6frrK+XlNvjVIGGhpVpciIFmTzHrFiVS65gL319f58R3aQKcHJyCg5Ve3i5f7vsdalSKvKYy44FKyodWydTB/uLy+z03CuunpYtVcrFpFQPT7fWHZtIter8Ue2sN7I1paP31E01g5/Ld1K663TO8v6qHD8OAAAADo7PqAGgZon00OsuffsRxfKXK3/K37GkULIawfXV4vLA9mNmI63m/7rq729jjV/++tGclHMZdz03dtx9QzYt3bVm/laTda8VVjav2K0t1k1+buykp0ZGDOogH0XufFKqVN7YrrqN6xgezI5jpjM1hcVH958KbRrs7eshXU/d0jM2HNh23HRmbnbBjC8WrV+0rfyrNAo6efhseunAOqP4FbvFVTJSrh/FKvKYnZ2ddVqdeB6MK8ijBWUhDQ2P+cjeRNNbOLLnpFQpdz475u3fn5RqlYhxM1+/FOP8GxX0eSJFodQZS5zx/51DyAEAAMBh0eMAoGbJB8yKvFPbdliBPMeqkpzSxXnYbb2PH0ia/r+FxpmiRn37+syziRflL/dtPrLgtzVtOjUdObn/HU+PrhOq+v6tWdkZeZduwdUw1Lowv6j82y9dqikoNs45fzp1w6LtpZPmOcbHz7PvyG77txxdPXezcebvn84Tsaz38K5SBbTp0rxxq/qL/liza+Mh48wZXyz8/bP5RSaPwdTAmyJEGPrf//1mHLOWnJT6xQt/iMfgH+gjXU9FHnOD5oaTS+yJuzQkUCxaYHK4uk692voEeM2fturimUsnZzi2//TyvzdKldK0bYPwbs2l2mMa4/wa5kc9muxSuuOscUAcI+MAAAAA9lcFgJri5PTf0eudnZ17TirQ6/UJy72k0iQnLq1kx9V7Xhh/KuHsn/9buHfz4bCuzXOy8pZMX9+oRb27/2+sVHoehi9e+N1Z6fzkR5PF9+Lu6Trl+XEfPPbjN6/NeOGr+8QKQaXndnjj3qlN24Y+9/k9ZjferV+73z6ZN/XVPzct29m2a/P8nILV87bIi3KzC8o+mAdeuyXpePJHT/68fuG2hi3rH9hx7MDWox2jWt92+dSi1+bqpnzqo7veun/qS5M+j4ru3Lhl/aN7T25ZvbfP8K4DTE4ga2rQuIiDO44t+XP9oyPe7t6/vQiIsX+t1xYVP/ndQxUsR9d9zP1GdZ/788pXJn/RY1AHHz+PTUt3dekTdv5UirzUT+V97wvjP3/+tyfGvCsSXmFe0cbYHfWbhCQmnFEqnaUb9OCQN04ePvvrxvdDSocKWphpjPNtkNfzoXOu7i7ih1+pVCouM65MmAMAAIDDYnwcANQgY4wTPcLFxaX7xMKWg3LkRdYzSs7H3/OT2c8/9OatLq7KBdNW7Ys/Mu6+wZ/OecG/9Mho0z9fcCbxwth7BjVqWU9eX9SlDhGt1i7YunX1PvHlyDsHtO7YRMSjEwfPlL3xhi3qvvjV/X5qn10bD4nktyf+8NAJvd75w7BDZcLOE2XXV9Xx+3LBy/e+fHNBgWbx9LUKhdPj793x7h9PiawjVUyrjo2/W/7WLY9Ep1/InP3DsuyM3Efemvj8V/c5O1/1T564i7emPS7i3crZcWvnb+naJ+zLxa9WfJTZdR9zyw6NX/r6gZAG6i0r95w7lTLpqVFPfXK36S0MvbXXs59NEbez8t+4C2dSRVKMnthHzPfy9ZRsh9nIuJ4PnXX3dHYppSwlfhE4uSoAAAAgOHH0FgCoCfKrq16v1+l0Wq22uLi4qKiosNSWP92OrLy0I+Sgez2t6vQOsLzc7ILs9NyQhoGiUxln/v7Z/BlfLPpt4wfBDdSSLTCLcT0ePCNinJubm3spt1Kurq5ylZNHyVHlAAAA4LAYHwcANUJuDabj40SMkPNEj9uLrHCUHGpLZlr2lL4vff7cNOOcrPTcdfO31glV2XqMM2Y4wcXFRS5xxl8NCQAAAHBUHD8OAGqKXBxMD5glD5oTlyLJiQl5lJxVHUsOlle3YVDbLs1W/Bt/8vC58O4tUs5n7NpwMC+n4NnPpki24BoxzjgyTt5l1bTHAQAAAI6M/VUBoGaVlJJ3XC0updFoCgsLi4qK2HEVsqy03Pm/rdq1/uDJw2cL8osatax3x1OjesV0kaxeBWMcg+MAAAAAU/Q4AKhxJDnYJWIcAAAAUDnsrwoANa7sjqtG7LgKG0WMAwAAACqNHgcAlkCSgz05k6D95y1iHAAAAFBJ9DgAsBCSHOyDiHGz3sjWagzTxDgAAACgEuhxAGA5FU9yInb0GEOSg9UhxgEAAABVR48DAIuqYJJb+7thlBxJDlaFGAcAAABUC3ocAFgaSQ62iBgHAAAAVBd6HADUApIcbItpjAtoktvtvnPEOAAAAKDS6HEAUDtIcrAVZWLcWXdPJTEOAAAAqDR6HADUGpIcrB8xDgAAAKh29DgAqE0kOVgzYhwAAABQE+hxAFDLSHKwTsQ4AAAAoIbQ4wCg9pHkYG2IcQAAAEDNoccBgFUgycF6EOMAAACAGkWPAwBrQZKDNSDGAQAAADWNHgcAVoQkh9pFjAMAAAAsgB4HANaFJIfaQowDAAAALIMeBwBWhyQHyyPGAQAAABZDjwMAa0SSgyUR4wAAAABLoscBgJUiycEyiHEAAACAhdHjAMB6keRQ04hxAAAAgOXR4wDAqpHkUHOIcQAAAECtoMcBgLUjyaEmEOMAAACA2kKPAwAbQJJD9Tq9X/vPO5dinFdoTtDwE8lZykCFq48PMQ4AAACocfQ4ALANJDlUFxHj/n47W1dsmBYxru7oE3la6UKyfu+JvGK9pkmob9e2Lq0aE+MAAACAmuJUUlIiAQBsREkpvV6v0+mKS2k0msLCwqKioi1/uslJTuh3pydJDuUyjXEBTXJbTTydnq+7kC5l5Ttl5Suy8xU5hYq8QieVn3vfLqphEYENQww/SMQ4AAAAoBrR4wDAxlQwyXUf7d5/sqcEmDCLccZjxhXrlUfP6LYnFCYm60SMK9IqNFonrU7S66WWDT2jI9XDIlWBfi4SAAAAgOpAjwMA20OSQyVcLcaZnsDh9AXtul25K7ZlXczQihinN2wjyDurSl3b+ERHqAb1UHm5KyQAAAAAVUCPAwCbRJLDDalIjDOewEFyUmw7mLM0Ln31jsz8Qr3p7bgonXp19IuJVPfq4Ofqwk6sAAAAQGXQ4wDAVpHkUEE3FONMT+BQVFyybmdmbFxa3N5sre6KDQZvD+cB3fyjI9Rd2/oo6HIAAADAjaDHAYANu0aS27PQZe8cP3k1kpwjq3SMM72R7Dzd8i3psXHpu4/kmt1+oL/LkB4BMZHqNk34GQMAAAAqhB4HALaNJIdrMI1xqua5XadUJsaZSk7TLIkTYS7txNlCs0WNQtyGRaqHR6nrB7lKAAAAAK6OHgcANq/cJCd6nKhyJDlHZhbjut171s29SjHO1JHTBaLKLY1Pv5hRbLYorKnhlKxDe6pUvkoJAAAAQBn0OACwByQ5mKnRGGckNiJ2JOTExqWv3JaRm68zXaRwkrqH+UZHqgZ0DfDklKwAAACACXocANgJsySn1WqLSpHkHJBlYpypYm3Jxt1ZS+LSNuzOEtOmi9xcnPp08h8WqerVwU/pzKkfAAAAAHocANgR0yQnepyociQ5B1Q2xrl7uLi6uhpLnCC+VCqV1RXjTOUV6lduSV8Sl74jIcdsE8PH03lw94BhkerOrbyd6HIAAABwYPQ4ALArJDkHV7sxzlRqVvGSTYYzPxw5XWC2KFjlMrSnKjpS3bKhhwQAAAA4HnocANgbkpzDsp4YZ+pUctGiDamx8ennUzVmi5rWd4+OUEdHquoGckpWAAAAOBB6HADYIZKcA7LOGGdq95Hc2Lj0FVvTs3J1ZovaN/eST8nq5+0sAQAAAPaOHgcA9qmCSa5ztPvg+0hyNs/6Y5yRVlcSvzd7SXza+p1ZhRq96SJnhdSznV90pKpfZ38PN07JCgAAALtFjwMAu0WScxA2FONMFRTpV2/PiI1L37I/W3/lxoi7m0IkuWERqoh2vpySFQAAAPaHHgcA9uwaSW7/UuWuWf7yaiQ522WjMc5UerZ2abzhzA8HE/PNFvl7Kwf3CBBhrmNLbwkAAACwF/Q4ALBzJDk7ZgcxzlTShaIlm9Ji49PFhNmiuoGuosoNj1I3qecuAQAAADaOHgcA9o8kZ5fsLMaZ2n88T1S55ZvT07O1ZotaNPCIjlTFRKqDAlwkAAAAwDbR4wDAIZDk7Ezi7uLZ7+fYZYwz0umlrQeyl8SlrdmeWVCkN1vaqZW3qHKDugf4enFKVgAAANgYehwAOAqSnN1whBhnqlCjX7czMzYuPX5ftlZ3xXaL0tkpsr1vdKS6b2d/NxfO/AAAAADbQI8DAAdytSSXn7BdoisAABAASURBVF+w7q+8Mysby6uR5KyZiHH/vpuj1xmmHSHGmcrK1S3fYjjzw56jeWaLPN0V/bsEREcaTskqAQAAANaNHgcAjqVskkvLyFy5bpuoct4X2ycuDZVXI8lZJ0eOcabOp2oWb0pbtDGt7JkfvD2dB3UzhLkurX3s7vsGAACAnaDHAYDDMU1yR46fnrNkvdLZaVCvTgF+Xuy4as2IcWUlnMqPjUtftjk9JaPYbFGdAJdhEaqYKHWLBh4SAAAAYE3ocQDgiOQkt3zdtiWrNtetE3Db6P4e7q4cS86aEeOuQV8i7TiUsyQubfW2zNwCndnSZqHu0RHq6EhViNpVAgAAAKwAPQ4AHJGmWPvTjEV7Dhzv2qHlraMHKJwkTu9gzYhxFfflrLPLNqcnp2nKLpJPyTqkR4C3J6dkBQAAQG2ixwGAw0lJy5w6be6FlIybR/brH9mRM65aOWLcjRKbNrsO58bGpa3clpGdZz5cTunsFNXBLyZS1aeTvyunZAUAAEBtoMcBgGM5cPjkd38scHN1eXjy6KaN6l3tjKskOStBjKsKra5k456spXHp63dlFhWbb/B4uSsGGs78oO7a1kfBEwYAAAALoscBgANZuCJuwfK4Fk3qP3TnaB/vS32NJGe1iHHVJb9Qv2pbRmxc+raD2foyGz6B/oYzP0RHqlo34iccAAAAlkCPAwCHUFCo+WnGor2HTgzq3eXmEf0UVw4HIslZIdMYp26V3fXu88S4qkvP1i6NT18Sl3YoMb/s0sb13IdHGs78UDeQMz8AAACgBtHjAMD+Jaekf/nz7Kyc/HtujencrkW565DkrIpZjOs25byb+38xTly6liLGVVrShaLFm9Ji49LPXCwqu7RDC6/oSPXQnipfL878AAAAgOpHjwMAO7f34PHv/1zk5+P5+D3jQoJU11iTJGcliHGWtO94nqhyy7ekZ2RrzRYpnZ0i2vvGRKj7dvF348wPAAAAqD70OACwW+IVfm7shtg1W9u3aXrvxBEe7q4VuQpJrnYR42qFTi9tPZC9JC5tzfbMgiK92VJPd8WArgHRkaruYb6c+QEAAABVR48DAPuUX1D07e/zDx9PGjusV/SAHhW/IkmuFhHjal2hRr9uZ2ZsXHr8vmytznwbSe2nHNpTFROpbtOEH34AAABUHj0OAOxQWkb2R9/MLNJoHrxjVOvmDaUbRJKrFcQ4q5KVq1u+JT02Lm3P0byySxuFuEVHqkf0UnPmBwAAAFQCPQ4A7M2BIye//2NBncCAR+4aE+DnI1UKSc7CiHFW63yqJjbOcErWxHOFZZe2a+4VU3rmBz9vzvwAAACAiqLHAYBdWbJq87xlG9u1bvrYlJukqiHJWQwxziYcPlUQG5e2bHP6xYxis0XOCqlnO7+YSFW/Lv7urgoJAAAAuCZ6HADYiSJN8Q/TF+5LODFmaK+YgT2l6kCSswBinG0R2007EnJi49JXbsvIzdeZLfVwU/Tv4h8dqe4R7utMlwMAAMBV0OMAwB4kp6RPnTY3Oyf/gUkjw1o1lqrP1ZKcsC/WmSRXRcQ421WsLdm4O2tJXNqG3Vli2mypylc5pKcqOkIV3sxLAgAAAK5EjwMAm7f34PHv/1wUGOD7+D3j1AG+UnW7RpI7uNJ5+3SSXCUR4+xDXqF+5Zb02Pj07Ydyym5VNQh2i4lUD++lrh/EmR8AAABwCT0OAGyYeA2ft3TjktVbunVoddct0a4uSqlmVDDJdRjsNuwhRgNVCDHO/qRmFcfGGU7JevhUQdmlYU09oyPV0REqf5+a+j0FAACAraDHAYCtyi8o+vb3+UdOJN08ot+g3l2kGkaSq0bHdhTP/YAYZ7dOJRct2pi6ND79XIrGbJHCSeoR7hsTqe7f1d/DjSPMAQAAOCh6HADYpKRzKVOnzS3SaB65a0yLJqGSRZDkqgUxznHsPZYXG5e2fHNGZq7WbJG7q6Kf4cwPqp7hvkpn/nMBAAAcCz0OAGzPtt0Jv8yMrR8S+MjdYwL8fCQLIslVETHOAWl1JZv3Z8fGpa/dmVlYpDdb6u+jHNIjICZS3a45vzIAAACOgh4HALZEry/5e+GaVRt39uzcdvKEoaLZSBZHkqs0YpyDKyjSr9mRGRuXtmV/ts68y0mhddyGRahG9FI3CHaTAAAAYNfocQBgM3Jy87/9ff6J0+cnjhnYp2cHqfaUTXIajUb0uMLCQpLc1RDjYJSZo122OT02Ln3f8byyS9s08YyJVIs2p/LlzA8AAAD2iR4HALbh1JkLX/0yR0w8NuWmRqHBUm0jyd0QYhzKdTZFs2RT2tL49JPnC80WKZykbm19Y6JUA7oGeLpz5gcAAAC7Qo8DABuwfvOeGfNWNaof/OjdY328PSXrQJKrIGIcruvQyfzYuPRl8empWcVmi9xcnPp29o+OVEe258wPAAAAdoIeBwBWTavT/fb3ss07Dw7s1fnmkf1ErZGsCUnuuohxqDh9ibT9YE5sXNqqbRl5heZHmPPzdh7cXRUdqerY0lsCAACALaPHAYD1ysjK+XravLPJqVNuje7WsbVklUhy10CMQ+VoikvW78qMjUvfuCdLqzPfVKsb6Cqq3IhegY1COPMDAACATaLHAYCVOpp45utf57m5uj5699gG9YIkK0aSKxcxDlWXm69bvjUjNi5tZ0Ju2aWtGnlER6pFmwv0c5EAAABgO+hxAGCNVqzf/u/idS2bNnjoztGeHjYwBIYkZ4YYh+qVklEcG5e+JC7taFKB2SLxU9O1jU9MpHpg9wAvzvwAAABgC+hxAGBdNMXaX2fFbttzOLp/97HRvW0o0JDkjK4R4+QeR4xDpSWeK1y8KU20ueQ0jdkiVxenPp38oyNVvTr4ceYHAAAAa0aPAwArkpaR/eXPs1Mzsu+5NaZzuxaSrSHJSVfGuKC22V0mm8c4wcXFhRiHqhCbb7uP5ooqt3Jrelauzmypr5fzoG4BMVHqji29+ckCAACwQvQ4ALAWBw6f/H76Qm8v98fvGRcSpJJsk4MnOWIcLEyrK4nbmx0bl7ZuZ2ZRsflGXYjadViEakQvdZN67hIAAACsBj0OAKzCopXxC5Zvate66b0TR3i4u0q2zGGTHDEOtSi/UL96e0ZsXPrWA9n6Mht3LRp4xJSe+SEogDM/AAAA1D56HADUsoJCzU8zFu1LODFqSNSIQRGSXXDAJEeMg5VIz9Yu25weG5d24ES+2SLx49a5lU9MlGpwDxVnfgAAAKhF9DgAqE3JKelf/jw7J7fgwTtGhbVqLNkRh0pyxDhYobMpmsUb05bEpSVdKDJb5KJ06tXRLyZS3bujn5iWAAAAYFn0OACoNXsPHv/+z0WBAb6P3j02SO0v2R0HSXLEOFi5AyfyY+PSlm1OT8/Wmi3y9jSc+SE6UtWltQ8/kgAAABZDjwOAWiBee+fGbohds7VTeIt7Jw53dVFKdsrukxwxDrZCXyJt2Z8dG5e+ZkdGfqHebGmdAJdhkaqYSHWLBh4SAAAAahg9DgAsLb+g6Nvf5x8+njR+eJ8hfbtJ9s6OkxwxDraoqLhk3Y7MJfFp8XuztTrz7cBmoe7REYYzP4SobfvEMgAAANaMHgcAFpV0LmXqtLlFGs0jd41p0SRUcgx2meSIcbB12Xm6FVvSY+PSdx3JLbu0UyvvmEj1kB4B3p7OEgAAAKoVPQ4ALGfb7oRfZsaG1FE9fs9NAX4+kiO5RpJLWOO09TeVvJqtJLkjmzXzP80lxsE+JKdpRJWLjU87fqbQbJHS2alXB7/oSFWfTv6uLvwAAwAAVA96HABYgk6v/3vBmtWbdvXs3HbyzUNFpZEcj90kORHj5n2SW1J6AC5iHOzJ0aSCJXFpy+LTL6QXmy3y9nAe0NU/JkrdpY2Pgp9lAACAqqHHAUCNy8nNnzpt7qmzF24dPaBfREfJgV0jyR1eq9jya4C8mjUnOWIc7J7YNtx5ODc2Lm3l1oycfJ3Z0kB/l2ERquhIVetGnhIAAAAqhR4HADXr1JkLX/0yR0w8PHl000b1JIdX8SQ39EEva6tYxDg4lGJtycY9WbFx6Rt2Z2qKzbcYm9Rzj4lUx0Rx5gcAAIAbRo8DgBq0bvOev+atalQ/+NG7x/p4M5bkkgomufB+rjGPeVtPyyLGwWHlFepXbcuIjUvbdjCn7JZjhxZeMVHqIT1Uvl6c+QEAAKBC6HEAUCO0Ot1vfy/bvPNg/8iOt4weIPKMBBOmSU7QlLLmJEeMA4TUrOJl8YZTsh46mW+2SOnsFNHeNyZC3beLvxtnfgAAALgmehwAVL+MrJyvp807m5x6581DI7q0lVAeG0pyxDjATNKFokUb05bGp5+5WGS2yNNdMaBrQHSkqnuYL2d+AAAAKBc9DgCq2dHEM1//Os/VRfnYlHEN6gVJuDqbSHLEOOAa9h3LWxKXtmJrRka21mxRoJ/LkJ4BMZHqNk3YWx8AAOAK9DgAqE7L12//d9G6Vs0aPHDHSG9PDwnXY+VJjhgHVIROL23el7U0Pn31jszCIr3Z0kYhbjFR6uFR6rqBnPkBAADAgB4HANVDU6z9acbiXfuPDu3bbdzwPhSZirPaJEeMA25UoUa/dkdmbFx6/L4snXmXk9o194qJVA/tqfLz5swPAADAodHjAKAapKRlTp02NyUt696Jwzu3ayHhBllhkiPGAVWRlatbtjk9Ni5t77E8s0XOCiminV90pKpfF393V851AwAAHBE9DgCq6sDhk99PX+jt5f7oXWPrhQRKqBSrSnLEOKC6nE/VLIlLWxKXfvJcodkiDzdF/67+MZHq7mG+znQ5AADgSOhxAFAli1bGL1i+qW2Lxg/cMcrDnUMjVYmVJDliHFATEk7lx8alL9ucnpJRbLZI5asc0lMlwlxYU878AAAAHAI9DgAqqaBQ89OMRXsPnRg5OFL8o8ZUi1pPcsQ4oEbpS6Qdh3Ji49NXbc3ILdCZLW0Q7Caq3PBe6vpBfLwBAADsGT0OACojOSX9y59n5+QWPHjHqLBWjSVUn1pMcqYxLqRDVseJycQ4oIZoiks27slaEpe2cXdWsdZ8czS8mVd0hGpYhMrfRykBAADYHXocANywnfuO/jxzSYCf9xP3jAtS+0uobrWS5Mxj3O3n3dxciXFATcvN163clhEbl74jIcdss9RZIXUP842JUvfv4u/hxhHmAACA/aDHAcANEK+Zc2I3LF2ztVN4i3tui3FzdZFQMyyc5MqNcXKDI8YBlpGaVbxkk+GUrEdOF5gtcndT9OvsHx2p6hnuq3Tm9w4AANg8ehwAVFRufsH3fyw8fDxpXEyfof26SahhFktyxDjAqpxKLlq0ITU2Pv18qsZskb+PckiPgJhIdbvmXhIAAIDNoscBQIUknUv56pfZmmLtg3eMat28oQSLsECSI8YBVmvP0bzYuLQVWzIyc7Vmi0LruEVHqoZHqRsEu0kAAAC2hh4HANe3bXfCLzNjQ+qoHr/KCvAqAAAQAElEQVTnpgA/HwkWVKNJjhgHWD+triR+X3ZsXPq6nZmFGr3Z0jZNPGMi1cMiVCpfzvwAAABsBj0OAK5Fp9fPWrBmzaZd3Tq0mnJrjMgyEiyuhpIcMQ6wLQVF+jXbM5fEpW09kK27ssspnAxnfoiOVA3oGuDpzpkfAACAtaPHAcBV5eTmT50299SZC7eM6t8/qpOE2lPtSe7QRs3C/xHjAJuUmaNdGp8eG5++/3ie2SI3F6e+XfxjItQR7TnzAwAAsF70OAAo34lT5775bb5Or3/s7rFNG9WTUNuqMckR4wD7cDZFs3hT2tK4tFPJRWaL/LydB3dXxUSpO7TgzA8AAMDq0OMAoBxr43fPnL+6Uf3ghyeP8fPlvZy1uEaSO7pREf9ThZKciHELPsuVp4lxgH04lJi/JC5t+eaM1Kxis0X1glyHRahG9ApsFMKZHwAAgLWgxwHAFbRa3W//LNu882DfiA63jRkoeowEa1LFJEeMA+yYvkTadtBw5ofV2zLyCs3P/NC6kWd0pGpYpCrQz0UCAACoVfQ4APhPRlbO19PmnU1OvfPmoRFd2kqwSpXecZUTOAAOQlNcsm5Xpghzm/ZkaXVXbOuKX+iubXxiItUDuwd4ceYHAABQS+hxAHDJ0cQzX/86z9VF+diUcQ3qBUmwYpVIchwzDnBA2Xm6lVszlsSl7Tqca7bI1cWpTyf/6EhVrw5+nPkBAABYGD0OAAyWr9/+76J1rZo1eOCOkd6eHhKs3g0luYRN7KYKOLTkNE1sXHpsfNrxM4Vmi3y9nAd1D4iJVHds6c0vPQAAsAx6HABHpynW/jRj8a79R4f27TZueB8SjA25RpJLWOO89Td/ebW6zZzPH9fJ0/W6ZHa4NdnVlRgHOKijSQVL4tKWxqVfzDA/80OIWj7zg7pJPXcJAACgJtHjADi0tIzsL3+enZqRfc+tMZ3btZBgayqY5GR1O2V2uv2CSG/EOMDBie3fHQk5sXHpK7dl5ObrzJa2aOARE6mOjlQFBXDmBwAAUCPocQAc14HDJ7+fvtDby/3xe8aFBKkk2KZr7bi6TrFl2qUdV0O7ZXW87aLobvLgOGIcAKFYW7Jxd9aSuLQNu7PEtOki8UrQpbWPqHKDe6g48wMAAKhe9DgADmrRyvgFyze1a9303okjPNxdJdiyayY55y3T/EO75XS9I1VEN1HfjDurEuMAGOUV6ldsSY+NS9+RkGO2deyidOrV0W94pFpcimkJAACgyuhxABxOQaHmpxmL9iWcGDUkasSgCAl2odwkJ1e5s/udAlsYjuAuopuxx4lLYhyAslKzipdsEmEu7cjpArNF3p7Og7oFREequrT24dUCAABUBT0OgGNJTkn/8ufZuXmFD0waGdaqsQQ7YpbkiouLRY8Tl1qtVnwpXe5xRsQ4ANeQeK5w8aa02Lj05DSN2aJglcvQCFVMpLpFA87HDQAAKoMeB8CB7D14/Ps/FwUG+D5+zzh1gK8Eu2NMcoLWhPhSKu1xIsCJDCdinHMpYhyAaxNbyruP5ooqt2JLenae+ZkfmoW6iyo3LEIVoua4BwAA4AbQ4wA4BPFaN3fpxtjVW7p1aHXXLdGuLkoJdso0yckD5eRpqbTHyUlOLnHEOAAVp9WVbNqTJcLc+l2ZRcXm28+dWnmLMDekR4C3p7MEAABwPfQ4APYvv6Do29/nHzmRNH5438F9ukqwdyWX6S8zLlJc5lRKIsYBuEH5hfpV2zJEmNt2MFt/5Xa00tmpVwe/6EhVn07+ri68tgAAgKuixwGwc0nnUqZOm1uk0Txy15gWTUIlOAa5x4kJOcbJ03J6EzHOOE2MA1Bp6dna2DjDAeYOncw3W+Tt4Tygm39MpLpLGx8FLzMAAKAMehwAe7Ztd8IvM2PrhwQ+cveYAD8fCY7E+AfO7C8dJQ5A9Uq6ULRoowhzaWdTzM/8EBTgMrSn4cwPrRpx5gcAAPAfehwA+6TXl/y9cM2qjTt7dm47ecJQpTMH9HFQZf/MUeIA1JC9x/JElVu+JSMzR2u2qEk9w5kfYqI48wMAADCgxwGwQzm5+d/+Pj/xdPJtYwf26dFeAgDAUrS6ks37s2Pj0tfuyCzU6M2WdmzpHR2pGtJD5evFB0UAADguehwAe3PqzIWvfpkjJh6bclOj0GAJAIDaUFCkX7M9c0lc2tYD2boru5zS2SmivW9MpLpvZ383zvwAAIDjoccBsCvxOw7+9s/Spg3rPnTnaB9vTwkAgNqWmaNdGp8eG5++/3ie2SJPd8WArgHRkaruYb6c+QEAAMdBjwNgJ7Q63Yy5qzZs2Tuod5ebR/RT8LYGAGBlzqZoFm9Mi41PO51cZLYo0M9lSM+AmEh1myZ8mAQAgP2jxwGwB1nZeV/9MufchbS7bxnWrWNrCQAAK3bgRH5sXNqyzenp2eZnfmhc1z06UjU8Sl03kDM/AABgt+hxAGze0cQz3/w239XF5Yl7bqoXEigBAGAL9CXSlv3ZS+LS1mzPLCgyP/NDu+ZeMZHqoT1Vft6c+QEAAHtDjwNg21Zu2PHPorVtmje6f9JITw83CQAAW1Oo0a/bmRkblx6/L1uru2Lj3FkhRbTzi45U9evi7+6qkAAAgF2gxwGwVVqt7peZS7btOTxiUMSoIVFOHC8OAGDjsnJ1yzanx8al7T1mfuYHDzdF/67+MZHq7mG+znQ5AABsHD0OgE1Ky8ieOm1uanrWfROHt2/bTAIAwI6cT9UsiUtbEpd+8lyh2SKVr3JIT5UIc2FNOfMDAAC2ih4HwPYkHDv9zW/zfX08n7hnXJDaXwIAwE4lnMpfsil92eb01Mxis0UNgt1ElRveS10/iDM/AABgY+hxAGzMktVb5i3d0DGsxT23xbi5ukgAADiALQeyF29MX709o+yZH8Kaeg7oGjAsQhWiJswBAGAb6HEAbEaRpviH6Qv3JSTeFN17WP/uEgAADkZTXLJ+V+aSuPRNe7LMzvwgdGrlHROpHtQ9wNeLU7ICAGDV6HEAbENKWuYXP8/OzSt48I5RrZs3lAAAcGC5+brlWzKWxKXtOpxrtkjp7BTZ3jc6Ut23s7+bC2c7AgDAGtHjANiAvQeP/zhjcaDK7/F7bgrw85EAAECp5DTN0vj0VdsyDibmmy1yd1MM6mbYjzWina8EAACsCT0OgFUTL1Hzl21cvGpzz85tJ988VKlkBxwAAMpxNkWzeGPakri0pAtFZovUfsqhPVXRkeq2TTglKwAAVoEeB8B65RcU/TB9YcKx07eMHtA/sqMEAACuZ//xvNh4wylZM7K1ZosahriJKjc8ilOyAgBQy+hxAKzUueTUL36eo9PpHp48ummjehIAAKgwnV7asj87Ni5t9Y7MwjKnZA1v5hUdoRoWofL3UUoAAMDi6HEArNHOfUd/mrG4Qb2gR+8e6+PNzjUAAFRSoUa/ZkdmbFz65n1Zuiu7nMJJ6hHuGx2pGtA1wMNNIQEAAEuhxwGwLnp9yb+L161Yv71/VKdbRvV3VvD2AACAapCZo122OV2EuX3H88wWubsq+nT2i4lQR7T3VTpzSlYAAGocPQ6AFcnNL/jm13mJp5On3BrdrWNrCQAAVDfDmR82pcXGpZ1ONj/zg5+38+DuquhIVYcW3k50OQAAagw9DoC1OHXmwte/znVyUjx699gG9YIkAABQkw6cyBdVbtnm9PQyZ36oG+gaHaGKiVI3qecuAQCA6kaPA2AV4ncc/O2fpS2ahD5052hPDzcJAABYhE4vbT2QvSQubc32zIIyZ35o0cAjJlIdHakKCnCRAABANaHHAahlOr3+r7mr1m3eE92/+9jo3k7sHgMAQG0o1OjXlp75Ib7MmR/EH+fOrXxElRvcPcDb01kCAABVQ48DUJuysvO++W3emeTUB24f0b5tMwkAANS2rFzdss3pS+LS9h0zP/ODi9KpVwc/EeZ6d/R3deEjNAAAKokeB6DWnDh17qtpcz3cXR+/Z1xIkEoCAADW5GyKZknpmR9OlTnzg7eH84Bu/jGR6i5tfBR0OQAAbhA9DkDtWLNp16wFa8JaNb534giR5CQAAGCtDiZeOvNDWpb5mR8C/V2GRajEvzaNPSUAAFAx9DgAtWDGnJVrN+8ePbTX8IE9JQAAYAv0JdKW/dmxcemrt2eUPfND43ru0RGq4VHquoF8zAYAwHXQ4wDUgtc/mTZhZP+wVo0lAABga4qKS9buyCg980O2Vmf+bqJdc6+YSPXQnio/b878AABA+ehxAGpBemaOyt9HAgAAtkw+80NsXNreMmd+cFZIPdsZzvzQv4u/u6tCAgAAJuhxAAAAAKrkfKpmseHMD+knzxeaLXJ3U/Tv7C/CXI9wX6Uzp34AAMCAHgcAAACgehxKzF8Sl7Z8c0ZqVrHZIn8f5ZAeAdGR6vbNvSQAABwbPQ4AAABAddKXSFsPXDrzQ36h+Zkf6ge5DotQD++lbhTiJgEA4JA4lAOAcjz66KNOTk73339/uUtfeuklsfThhx+WAAAAylA4ST3Dfd+8v/HKrzu+/3DT3p38TPdUPZui+XnB+Zv+b//trx6aHnvBbCTd22+/LTYzRo4cWfZmN27cKBY9//zzEgAANo4eB6Acb731VlBQ0I8//hgXF2e26PDhw59//nloaOj7778vAQAAXJ2bi9OQngH/e6r5iqkdXpjcsEOLK/ZUTTiV//lfZ4Y9vvfBD44sWJ+WZzKSbtGiRbNmzZIAALBT9DgA5VCpVB988IGYePDBB3U6nekiMaewsPDLL7/08/OTAAAAKsDXy/nmgUG/vNp64aftHhpXr3Fdd+OikhJp28GcN3862ef+XbkF/211PPnkk5mZmRIAAPaIHgegfFOmTOnbt+++ffs+//xz48yZM2euXbt23LhxY8eOlQAAAG5QvSDXe0fXnf1h2PS32tw+LDjQz8V0abH20rGtu3btmpyc/Morr0gAANgjehyAq/r666+VSuWbb7555swZ8WV+fv4LL7zg5+f35ZdfGtd5++2327dv7+Pj06RJk/Hjx6empprewuzZswcPHhwYGBgcHBwVFfXdd99JAAAAktSmsefTE0Njv2z/zfMtRvZWe7lfemPi5GQ40pwocU2bNhWbIvHx8de4Eb1e/9FHH3Xs2FFsioj1xabIxYsXJQAArB49DsBVhYWFPffcc7m5uSLDiS/F9u6pU6c++eSTevXqyStMmTLltddeE9vNDzzwQI8ePRYsWNCzZ88LFy7IS2fNmiU2i/fs2TNs2LAhQ4YcOHDgoYce+uGHHyQAAIBSCiepR5jvG/c1XvF1x3ceauJy+bQPHh4e3377rZgQ2xharfZqV584ceLzzz/v7u7+8MMPiyonPggUGyRJSUkSAADWjR4H4FpeffVV8Wnzn3/+OW3aNNHj+vTpc++998qLli9fLmaKreRdu3aJSDdz5sw1a9aIYPf222/LK3z11VfBwcFHjhyZPn36H3/8sX//TlRJ3gAAEABJREFUfl9fXzEtAQAAXMnNxSk6QuXt6VxSYthlVVyKD/MmTJiwb98+sZlR7lXERoX48E9sisTFxX344Ydz5sxZtGjRyZMnX375ZQkAAOtGjwNwLcZPp6dMmeLk5PTjjz8aF8l7rb7//vsKxaVXkqioKLHdLNbPycmR54gJ43C50NBQsbm8ePFiCQAAoAK++OILf39/8VFfYmJi2aVis8TPz0+UOOOmyPDhw8eOHSs+BTx37pwEAIAVU0oAcE3i02mxaTt37tznn3++ZcuWxvkJCQkBAQFTp041XTk5OVmv1x87dqxTp0633377pk2b2rdvP2rUqMGDB48ZMyYsLEwCAAComJCQEBHjHnvssQceeGD58uVmS/fu3duuXTuzE7737NlTbLTs2bPHeHgNAACsED0OwPW1adNGbNqa1rSSkhLxSbVIb6+99lrZ9U+dOiV63EMPPeTm5vbGG2/8W0p82aNHj++++04UOgkAAKACHnnkkRkzZqxYsUJcNmzY0Dg/JycnMzMzODjYbH15zvnz5yUAAKwY+6sCqAwnJ6dGjRqJslZSnjFjxsirTZkyRbS5Y8eOLViw4O67746Pjx82bFhRUZEEAABQAWKT44cffnBxcXnmmWeys7Olyydg9SllPCyGkTwnMDBQAgDAitHjAFRSs2bN9u/fn5ycbDpTdLe3335bbAqL6CY+0P7ggw/ERrNYc+TIkT/99NOkSZPE59VbtmyRAAAAKiY8PPypp54SmxxvvPGGVDpIX57fpk0bsSmSmZlpuvLmzZvFZdeuXSUAAKwYPQ5AJd155516vf7ee+8tKCiQ55w8efL++++fPn16nTp13NzcxAbx559/bvrBtbzFbLqzCQAAwHWJEte0adNt27aZzpw8ebLYtHjhhRfEBok8JzY2du7cuX379uXgcQAAK8fx4wBU0h133LFp06bvv/++S5cuMTExIsD98MMPRUVFs2fPlnckefXVV8eOHSu2iSdOnCjm7Ny5c9GiReLz7caNG0sAAAAVJp/wfejQoaYzH3roIXlTZPfu3WJ74+jRo/PnzxebGT/99JMEAIB1Y3wcgMr77rvvFi9eHB4e/vvvv8+YMUNsJe/YsSMqKkpeOmbMmG+++SYtLe3111//6quvxGfXP//886effioBAADcoCFDhtx6662mc8SnfX/++efff/9dr149sY2RmJgoPgsUmyLNmzeXAACwbk7G4y8AAAAAAAAAqGnsrwoAAAAAAABYDj0OAAAAAAAAsBx6HAAAAAAAAGA59DgAAAAAAADAcuhxAAAAAAAAgOXQ4wAAAAAAAADLoccBAAAAAAAAlkOPA1BV02evSDh2+p3n75EAAABq0oCHd2fl6sTEP++HNa3vLgEAYJvocQCqqkhT7O3tIQEAAAAAgAqgxwGoqpKSEoWTkwQAAAAAACqAHgcAAAAAAABYDj0OAAAAAAAAsBx6HAAAAAAAAGA59DgAAAAAAADAcuhxAAAAAAAAgOXQ4wAAAAAAAADLoccBAAAAAAAAlkOPAwAAAAAAACyHHgcAAAAAAABYDj0OAAAAAAAAsBx6HAAAAAAAAGA59DgAAAAAAADAcuhxAAAAAAAAgOXQ4wAAAAAAAADLoccBAAAAAAAAlkOPAwAAAAAAACyHHgcAAAAAAABYDj0OAAAAAAAAsBx6HAAAAAAAAGA59DgAAAAAAADAcuhxAAAAAAAAgOXQ4wAAAAAAAADLoccBAAAAAAAAlkOPAwAAAAAAACyHHgcAAAAAAABYDj0OAAAAAAAAsBx6HAAAAAAAAGA59DgAAAAAAADAcuhxAGAnSkpKJAAAHENJKQkAgNrm5OQk3Th6HADYNtN3I7wzAQA4CHocAMDa3FCYo8cBgA2T34qUXCaR5AAAjkFXSgIAoPbIAc7pMvm9WAWrHD0OAGyVMcAlJyeL9yTGKif/Jaj2S8l2GP8Wljtt5ZfyQ73atE2o3ee86ncq2T5+1C3DRl9q5Adpu8+8Xq+XJ9LT071dlDb6Im/TbOJ55pm3zlcbm8Bre22x3WfevZRCoXC6rILfMj0OAGyY+DMg3pnk5OSI130XFxfjzBIHGCVXjX+zJVThebPpLb9qwVNXOfwKVy/xPIg/BxW8lK9ytWlboS8lVZb8bFxt+oYuS0zGp1fk0qbV4vNW9UurUrk3/9Ll39ay09Z5KavG598Cfzuu9sit+Xm+9mO+xjNpVVsvNvHMG1/3jM9McXGxmFAqlc7OzopSFd8+occBgE0qKaW/TF1KAgDArikUaZJk2E21Tp069eq5SwAA1B55RyWNRqMsdUMfFtLjAMCGiZd78QfA5gY1AAAAAIAd0Gq1xcXFkuETI4U8arWCVY4eBwC2yjhErhr3AgAAAAAAVJDocXKDM+6yWsEhcgoJAGCz5B4nAQAAAAAsS347VlxcrNPp5HESFR8qwfg4ALBVJZdJAAAAAACLEyVOPojQje63xPg4ALBJxtd6ehwA2LG///67R48ef/311zXW6dWr1yOPPCJVny1btuzdu1eePnDggHgAU6dOlWpSdna2uJc1a9ZIVuDxxx+PiIiQpy3z7QMAbJR8qDjjyDh6HAA4irLnOAcAoCpWrFghgtTFixclC4qPjxeXXbp0kQAAsB2mJe5G35SxvyoA2LaKn1EbAIDrysvLM/0yLCxsy5YtUg3bvHlzeHi4r6+vZGUs8+0DAGxa5Q4ixPg4ALB5jI8DANi0nTt39ujRQwIAwGEwPg4AbB7j4wDAceTn5//xxx+rV6/OzMzs06fPAw88UHadH374YeXKlefPn/f19W3Tps3LL78cEBBgXJqamjpr1qy9e/ceOnTIx8cnNDT0tttu69evn1gk1hRXlCeEFStWJCUlTZky5Y477nj00Uflq586dep///tfQkKCeCT16tW75ZZbxowZY7zxvn37Dhs2bOzYseJBbt++3dnZOTw8/Pnnn1er1Vf7jhITE5OTk8vdWfWuu+46efKkeEhK5aW3LdnZ2ZLCy3Qd8dgyMjIWLVokle439Pvvv8fGxp47d87Pz69169Yvvvii8a4ff/zxlJQUcZtff/11bm6ueJCPPfaYmD+/lLijzp07i6WmN37gwAHTb//pp58+c+bM999/P23atC1btly4cKFFixZPPvlkWFiY8So7duwQj2Hfvn1NmjQZPnx4o0aNHn744bfeemvo0KESAMC+VOWNGOPjAMDmMT4OABxEUVHRfffd98svv4jGFB0dvX//flGLdDqd6Tqvv/76zz//LN4hiN4kWtimTZsmT54sGpy8VGS4CRMmzJgxQ5Qy0dECAwN379795ptvyiv079+/V69eYmLgwIH33HOPm5ub2QMQ93j77bfv3Lmza9euo0ePLiwsfP/990X+M11HZDjRuerXr//cc8+1bNly3bp1ImNd409VfHy8t7d3u3btyi7q2bNnQUGBuFP5y2PHjoniZrpCWlrakSNHRJeUvxT17dtvvxUPe/z48eKuN2zYcOedd4rYZ1xf5DzxgN3d3f39/Zs2bSrmvFdKtMVRo0aJb0f0zePHj0tXl56ePmnSpJycnPvvv1/kNvF8PvLIIyLMyUsXL14s6psInaK+1a1b97PPPvv4448lAICdqsobMcbHAYDNY3wcADiI2bNniyY1ceLEJ554Qnyp1WqfffZZYwwS4uLili5dOnLkyJdeekmhMHz0LnLbgw8++OOPP4pWJb78+uuvRdT766+/GjZsKF/lf//7n/hy/fr1N91006BBg3Jzczdu3DhgwAAxbXbvxcXFb7/9tgh5ovc1b95czHnooYeefPJJ0QcHDx7cpEkTebUzZ85888038ng30fXEQ92yZUtSUpLxHs3s2rWrc+fOrq6uZReJHjdt2rQdO3Z07NhRXlOSQkxX2Lx5s7iMjIyUSlvY2rVrTb938U2JJjh16tR33nlHXl9kR5Ejn3nmGfnLw4cPz58/X9y4WMfFxUXMEd/L999/L1+9XKLEiVsQMU7+7kQYFeuLpCjipsh5X375pSh9v/32W0iI4XGKkljuAEYAABgfBwA2j/FxAOAgli1b5uHhcd9998lfKpXKxx9/3HSFmTNnisvHHnvMWJREbBJxbd68efKJGm677TaRq0zTmDy4zDiA7hq2bdt28uRJcQtyjBPEgxG5TfwZEkXPuJpIVMadT8UnRqK1iYnz58+Xe5sajWbnzp2dOnUqd2mHDh28vb1Fj5O/FG3RuOOqTJQ+MUc+9tycOXPc3d3F4zF+7+Jbi4qKWrFihenpYkePHm2cFu1SXIq4Jsc44c4771SpVNI1DRkyxDjdtWtX43e3YcOGzMzMW2+9VY5xQnh4+LBhwyQAAMpgfBwA2DzGxwGAIxDZKyEhoU2bNp6ensaZTZs2FRHK+KXoZWLprFmzTK+YlpYmLpOSklq3bi0fJ07c1KFDh0TM2r59+8GDB6XSLnbdByBuXFya7VgqHo+zs/PRo0eNc8wOFSeanbgsLCws9zb37duXm5sbERFR7lLxB060tnXr1hUVFbm5uYlHq2w4Rqc1LBJzJMldfAvdu3eXa9rx48ebNWvm4+Njegvt27fftGnTkSNH6tSpI88JDQ01Lj18+LBUehJV4xxR98R3FB8fL12d6Tco/1/I3514Ss1uTSp9uuRj2wEA7E9V3ojR4wBU1MoNO2YtWHO1pfc990nZmQN7db519AAJNYzxcQDgCPLz88Wl6ZkZZEFBQfKE+HMg77v6888/l736uXPnRI9LTEz8+OOPjSPORDwSLWzVqlVSBcijzMxym3grIh6A6fA6OcCZMTvum5F4JCEhIcZ9XY00xSW3v5ZwKllEtwlSywm9HzSkLqneh5L20gqT306U52zKlLrfvVtMljT62M13idntyIPdTB+eab7My8tzL2V6lcDAQOmayn6D8h9ieQSiv7+/6aJrnMgCAGDrOH4cAEsYENV5bfzuCykZFVzf29NjzLBeEmoe4+MAwBHIQ7HS09PN5ufk5AQHB0uX05iXl5fZ+DgjrVb75JNPiqw2YcKE5s2b9+7dW+SqXbt2VbDHyWlJHm1nJN6KZGRkNGrUSKqULVu2yDu0mnF1cXp6YugTnx2XKkyZta7I+ZTZTPnpMmtkRt7e3oWlTJNcbm6uVClyGM3MzCz7AAAAMMPx4wBUlELhNOmmwRVff/yIvu5urhJqHuPjAMARiNzWpk2bxMTErKws48zU1FTTABQaGnry5Emzg8GtXbv2hx9+EDP379+fnJw8dOjQZ555ZvTo0fLYsbNnz0oV+1PSoEEDqXQPU9OZhw4dKioqatWqlXTjsrOzxUPq2bNnuUsj2vn06eQnVUywyqWJz6ETJ06I2zSdv3fvXnHZtm3bcq8lP+w9e/aYzjTd9/aGyHvCHjhwwHSm2ZcAAMjocQBuQOvmDSO6hFVkzVbNGkR1C5dgEYyPAwAH0b9/fxG/vv76a/lLnU730Ucfma4wYiKWnhQAABAASURBVMQIcfnWW28Zj9cmctu77767ZMkStVotH2etoKDAuL5Go/nnn38kkx5Xdh0jEc6Cg4P/+uuvY8eOyXPEvXzxxRdiYvDgG/jEzkjebfZqB48Tnr29vqd7hd6wPHN76OgRQ8TD/vLLL437xm7cuHHTpk3t2rUzHjzOzIABhqNqfPPNN/K+wMKff/55+vRpqVLE8+Pl5TVz5kzjySsSEhIWL14sAQDsFMePA2A5E0b227n/SFFR8TXWUTo7TxpXme1yVA7j4wDAQUycODE+Pn7+/PnHjx9v3779tm3bkpKSvL29jSuIHrd79+6FCxfefvvtUVFRrq6uc+fOLS4u/vjjj8V7hpYtW9avX3/t2rW33HKLWOrs7LxmzZqUlBTJZCdN+dyg3377rUh477zzjum9u7u7v/76688///w999zTp0+fgIAAEbxE75s8ebJ8htMbtXnz5hYtWvj6+l5thRC1613Dg7+Zff7at9Onk1+/zn4lnSbs2bNHfO9Hjhzp0qXLqVOnRIwLDAx87bXXrnbF8PBw8eB/++23SZMm9erV6+TJk1u2bBHPgOn5WCvO39//scce++CDD8RtDhw4UDQ+8VTLIxbNTgsLALAPVXkjxvg4ADfG28tjzNDrHBVuUJ8uIUEqCZbC+DgAcBAuLi5Tp0599NFHCwsL//nnH4VCIb40OzjaK6+88sknnzRr1mzx4sWxsbGilP3xxx8dO3aUr/7RRx81btxYFKI///xzwYIFYWFhYqkoa/J+nYIoWcOHD09LSxPrlD32mVg6a9asMWPGnDhxYtGiReKmPv/884cffliqFNHjrrazqtHEoXUaBl/r8BcuSqdnb68vlf41fO+9995++23R4ESyPHfu3N133y2+zYYNG17j6uLBv//++3Xq1Jk3b55oi//3f//XrVs3qbLGjh376quvqtVqUTPPnz8v/i9uuukmMd/srK8AADgxqgLAjdLrS977avqpMxfKXRrg5/PWc3dz5Liapi9VXFxcVFQk3nKI9x6cwQ0AYJe2H8p9+KNjV1t63+iQ+8aESFYgJycnMzOzfv36opMaZ3777be//vrr3Llz69WrJwEA7It4IyYf8cCzlLu7u6urq7Ozs1Opa1+X8XEAbpjhxA7jBl/t9eW2MQOIcRbG+DgAgB3r2sZ7eFT54+4bhbhNHh4sWYf09PTx48e/8cYbxjkizy1dulR8ZkaMAwC7xPHjAFha49CQ3j3ar9+8x2x+x7DmncJbSLAsRjoDAOzbE7fUW7MjM79Qbzb/+TsbuLpYy4dSoaGhbdq0WbZs2fHjxzt37pycnLx169bCwsJXX31VAgDYI44fB6AWjB3Wy9vTw3SO0tn5tjEDJVgc4+MAAPbN30f5wNi6ZjMHd/fv2sZbshrOzs6ff/75XXfdpVQq582bt379+jp16rz77rvySW8BADDF8eMAVN6mbft//Xup8cuRgyNHDYmUYBEcPw4A4FB0emnKO0cOJebLX3q6K2a+0zpEzSEyAAC1huPHAagdUd3CWzVrIE8HBwXEDOghoTYwPg4AYPecFdLzd4QqLv/Fe2BsXWIcAKB2VeWNGD0OQJUYT+ww6abBSqWzhNrASGcAgCNo28RzdF/DYPA2TTwnDAqSAACoVVV5I8b5HABUSUiQakBUp+ycvNbNG0qoJYyPAwA4iIduqrtme9bzd4Q6M64AAGDLOH4cANgkjh8HAAAAALWoKsePY3wcANg8xscBAAAAgIVV5Y0YPQ6oQYw/tT/WWb74SQMAM7wwAraOjxsBWD+OHwdYF9PfSd4P2BOxXWj6H2o9m4lssAKAkfGFWp7gDzFgW8y2atjIAWCv6HFANTPd+i8pJcGOyBuF1ralyI8ZAMjk18NirV6nKzGSeJ0EbIFxK8vNVWGcFr+8JDkAdokeB1Qn40b/jgMnks6lyV82Dg1q26yevEJmTn7czqPyhoUQ3ae98bobdxzJysmXNzjCW4Y2rHvp2PxJyen7DifJV/H19ujVpaXxKkvW7TFuo0R1aenn7SHPP3Ds7MkzKfL80BBV+1YN5Pk5eYUbth82XiWmbwfjTcXvPpaemSvPb9u8fuP6gfL88ymZuw6ekq/i7enep1sr41WWb9xXrNXJV+nZsbnKz0uefzjx/LFTF+T5dYP8O7VtJM8vKNSs2XLIeO+DI8NdXJzlRdv2nbiYli3Pb9WkbrOGdeT5F1Kzdhw4KV/F3c1lQM+2xntfvfmguEH5Kl3Dm9RR+8rzj55MPnIyWZ4fpPLp1q6pPL9Io10Vf8B47wMi2rq7usiLxF0kp2TK88Vdiwcgz0/NyN2697h8FRel8+CocKerqPUtRbZTAUC6/FdYr9ff//6xg4kFEgDbtOLLVh5uhqOhK0qR5ABYLY4fB1gRscUg3glkZOaJkiXPCfDzkRSXfteK9VJyapZxZSdnF+Mn9ikZORlZefJ0s0Z1jVfJL9Qar1JUrDW9iulNaXQlxqtk5xZdSMuWp328PY1X0emdTK+il5wViksvH6mZuSmXr9Kofp3/7r1IZ7yKn4/G9N7FXYged+mBafX/3Xvef/fu7u76372XaK+4d4XCeJX0rHzjVeqHqI3zC7Ulxqt4uruZ3bvocZfv/b/vPadAY7wpF1cX41VKnEpM711X4mS8SlZOgfEqIUEq43yNyb27uijF/JLSMRd7DycG+Xs1qh8kbyNKVvDhLeM+AICR6YDd0Gg0SoVSkEq3shglB8BqVWWrw4lNFqC6GPeL0el0+hLJSeEswe7kFRT9tWBDy8bBER2bO19mHCgnWZC+VHFxcVFR0fnz59WlJABwVPKfYPHCKP4K3/9B4qGThSP7Bg3ozgsjYDOSzhd+Nv2kmJj/QQMPN2cXFxeR5MSGlvj40/IbWgBQEefOncvPzxcTnqXc3d1dXV2N7xCvfV3GxwHVTH4nIGocmwx2TPwXi09uxWai/DorXnClWsUnKwAgk5Oc/KoYHODWprGXBMBGKKRLm8/is0YXZ1fj/qoSANgjXt2A6iR/OH8+JXPnwcTc/EIJdkqn1RUXF2u1WsNYyMtv/GoxivGJMQBIJkPk+JQCsGniU0+xoSXvCsBO6ACsWVXeiNHjgOokbzFcTMvaffBUXgE9zg45KxR1VL7ubs5iM9EY42p9S5HtVACQyT1OAmDL5I88TT/1BADrVJXXKHocUG2Mp3UTWw4S7JS7m8ugyLD6gV5mg+NqF+PjAEDilA6AvZBjnPF3md9oAHaJ48cB1cN0c4GNBvt26ZQd1rQDBT9yACDj9RCwA6b7H/BLDcBe0eOAaiY2Grw8XOuofV2V/H7ZJyvcQGR8HAAY8e4dsAOUOAA2oSpvxOgFQPVrWFfVpEGwu4enBDtlbRuIbLACAAC7wYYNAFvB8eMAq8N4JXuVV1A0c8mWo2cyJWvCzxsAAAAA2BDGxwHVjzgCC+NjZAAAAACwIfQ4oJoR4xyBtf0v81MHAAAAABZWlTdi7K8KVL+Dx8//MX/ThTTr2qUR1cjslA61PjyN8XEAAAAAYGEcPw4ALMTLw+3WmB7N6/sZ51hDC2N8HAAAAADYEPZXBaoZI5VgefzUAQAAAIANoccBQOU5lZJqG+PjAAAAAMDCqvJGjB4HVL82TUPCWzZw9/CUYKecLjN+KdUqxscBAAAAgIVx/DjAuljJmCnUhMKi4lXxB8+m5knWhJ83AAAAALAhjI8DgBug0+tTMnKUCusa/Mj4OAAAAACwIfQ4oJoxUskRWNv/Mj91AAAAAGBhVXkjxv6qQPU7dS5t2cZ9GVm5EuzOpZfbEsOQNJlkBcPTGB8HAAAAABZWlTdijI8Dql9egeZiWrZGq5Vgd1yUyrAW9aXifOMca2hhjI8DAAAAABvC+DigmjFSyb65uDi3axGq8nW3qv9ofuoAAAAAwIbQ4wBrl19QtGzNlq+nzXn5/R+eeXPqp9/OnDV/ddmdYQ8eOXn81FmpBiQmnX/0pc/nLFkvwYRVDUljfBwA1JB7nnqxZc9Bxn+dBowcdsvd9z714tJV6yvxWchfcxfd/uBT4kaee/39X2b8K25wQ/w2qcbEbdu5a/9BeVq+OzFHsoitO/eIu/vutxlSZZk9P7l5+dP/mS85qg79ht/12P9JNcMCP4oAYK+q8kaM/VWB6hcY4N2+dQMvD3epyjSa4k++++tiSoaYVvn7Bgb4nz53QQSyHXsTHrxzTNNG9eTVtu9J+HVW7F23xkiwLKdSUm1jfBwA1KiuHdq5urqIicKiovMXLm7YvH19/LZuHdv9/MWH7m6uFbyRVRviX//wf2L9sNYtGzaoJ9UwUQwff/mtr957TbILEx980slJMenm0RIAAFaD48cB1iUowDskKMC9OnrcmrhdIsY1b1x/0rghgWp/qbTQrVi/PXb15p9mLHzr/+5VOjuLmQWFRVKNadKg7tT3npJw2YW07AKNzsvrvxJX60mO8XEAUKM+ev350Hohxi/PX0h54qW3tu3e9+FX373+7OMVvJH9hw6Lyy/ff71fZA95zpSJ46Uak5ufJ9ky8eSYPj+5efk+3t4SaoDZUw0AsAz2VwWqXzWOmTqQkCgu7751uBzjBPH5/PBBEe3bNsvOyT92okZ2UMU15BUUrdly6GyKdZ08l/FxAGBJdYODvvv0nTqB6hmzFx45cbKC1yrSFJdet44EAAAcHuPjgBpRXT1O7iyurua/qgN6dQlr2Ti4jkpM/zRj4e79x8TErzOXiH8fvfqQp4e7pli7Nm7X4eOnT59JFg9GHeDXrk3TmIERYrVDR099PW1ORNfw228abLzBwiLNC+9817JZg4fvGmt2X4lJ5z/9dqa4x5ti+ogvn379q87tW/Xp2WH5uq1HT5xRKBSNGoTcNmaQn49Xud/CsrVbFy7f9MR942NXbzl7PkXMad28UcyAnvKDF2JXb168Mv6Je2/+e+Ga1LTMeiGBzz18m5h/ISX9n0VrzpxLKSoqVgX49o/s1KtHe+PNnjqbvHT1llNnkgsKNP7+3q2bNRob3VvemUi258CxJas2p2ZkKpwUddQBN4/q17hBXamaWNt4NMbHAYCFqfz9bhkz/Kuffl+5blPLpo3lmXn5BW9+/OWufQcvpKTUCwnuF9XjuUfud3ZWZGfndh0yRl5n5O33icvYmb+si9v6wZff/fz5+70juok5XQaNHjVs4IRRMb/8+U/c9l1KpXPH8LavPvNYoMrfeKerN27+9pfpp86cE7fZtFGDF594KLxNy3If3nOvvz9/2Sox8dhLb4nL7cvnyfN1Wt07n369Jn5zbk5el47txkQPHtKvl+kVp/78x7LV65POn1f5+bVt3fKt558U36l0dWfOJf/0599xW3emZ2WGt275+H13dW7Xttw1Dx059u/CpXsOHDp64qSIkk0ahj7z8L3NmzSSl3boN1x87+4e7v/MX+Lh7vbC4w+eTb4oPz/16gZH3zpFXq1lz0F33zbe28sdV6AfAAAQAElEQVRTPPP/e+eVmEH9jLcft23nXY/930tPPnTXreNM7/fjr3/88Y9Zs376slP4pQf29GvvLlq+5ot3X40e2FeeI+7olxn/rl8wM6RO4A09z5X71oYO6FOJp1pYH7ftk29/PHv+Qud2YTFD+o+NvrQht2XHnjseeebph6Y8OHmiceUHnnllzabNRzavFD+WUSNurhccvOSvn01vTVzl2IlT4rv+4595N/qjOHvRUvEtHz2R2K1je/E/snXX3i9//G3T4r+D1CoJABxJVd6IMT4OqGbiFzK/UJOcmimKmFRl4a2biMuvfpp94PBJnV5vnN+8cf2o7u0D/Aw7bnQMb9m2ZWMx0SGs+dB+3ZVKZW5+wQdfTV+wbGNubkG3jm0a1g9OOndRxKl9h05IpTnM29Nj9/6jev1/g6rEl1qdrlunNhV5VEcTz0z9ZbY6wP/mUQPqhwTuP3Tim2lzrz1Ca9pfS4oKi8eP7B89oOfRxKSPvpkhUprpCn/NW5mZlROk9g8p7XSJp8+99+UfJ06ea9m0QUTXsOJi7cz5qxYs3ySvfDEl44sf/jl4+GRwkKprx9aaouINW/b8/u9S461t3LL3xz8XZmXndgxr0b5N07SMrM9/+PvwsdNSlckvtyX6EplkHRgfBwCWJ8eLfQcT5C9F9Zj44JPzYlfUrxs86eaxIXWCROJ59IXXxSJXN9fH75vcvZPhU6U7bh4jpgPKKy+iqkx58oX69UJee+bRti2bx65a9/Bzrxpf4f9dGPvgs6+cv5gSPajv4H69RC26/aGntu7cU+5jG9Q3anBpaBs5dIC4O9fLB7l774tv/10c2zmsbVSPLms2xj/6whsi8Riv9cI7H4uqIv7U3TpmRPuwNqs3xN1876MpaRlXewZ27Nk/ZvIDcxYtbde25YjBA44nnrrt/ifWxm0pu+ZfcxeNvvPBhctW168bMn5kdLFOu2pD/KsffH7Ft79rzw+/zwytFyK2oMLbtjbOF8+V+BZ8fb3rBKrFRK/uXUYPM3SoZWs2mF5dPF1iG2zEkIFmd92re1dxuXXHf09U/PZd4lJkU+Mc0fLatGwux7gbep4r/a3d6FMtnEo688gLr6kC/G8ZMyI5JeX5Nz98+b1PpQrw8vQY3KfXscRTohcaZ55Lvih+3kTQdHEpZ3zGtX8UX3n/sxff+SQ3N098v2Jj8o5HnhVhUQIAh8Tx4wDrcvJs2u6EpJGDugar/aWqGdKv++lzF/ccOPbtb3NdlMrmTeu3atqwY1jzQJNb7tq+VUFB4cEjJzu1aymmpdIRZxdTMyaNG9KzS5i8jrgF0ae27jrYrk1TUfBFd1uzaeeho6fCWjWWV9i+J8HV1aVD2+YVeVRp6VmPThnXunlDMd2lXauvfvn3yPGklNSMOkEBV7uK2BZ86sEJ8tHu2rVu+tbnv85ftvHxe/47WIn47j585SGFwtC7RBn8/d9lCifFMw/dWj8kSMwZPbR46rQ5K9Zt7dahVd3gwA1b94ot2ifuvblF01CxVKfTf/zNjD0HjhcWadzdXLNy8ubErherPf3ALR7uhncgGVm5n38/a+aCVa8+eZd8F5VWcuny0stuSYlVhDnGxwGA5an9DX+L09Iz5S9/+P2vQ0eOf/TGC2OGDbo8Z+Yn3/y0eMXa4YP7PXrPHfkFhVt37Z0wZnirZk3KvUFRTP74+tMeXTqI6SH9ez/wzCuibZ0+c65Rg/qp6ZkffPldu7atfvvqY28vT7GCuME7Hn7m7c+mzvvte2dn84/Yhw7ok5OXt2LtxiF9e8mjsWSFhYWxf02rG2z42zqwd9RTr76zcNnKPpGGsLhx8/Y5i5bdOnbEG889rlAYblDktkkPP/3NtD/KPUaeXq9//u2Pioo007/9vEOYoTE9ef9do+984PUP/7d6zp+ma4pS+cEX37Zt1XzGd//zLD267nNF99/39Isi+iSePtOkYai8WsLRE19/+ObgvlFmd6Ty9xPf7JzFy3y8vcWEPLNz+zDRsHLz8uVnQ3xuF7tqbZ+e3UzHcMm6d+7g4+21dffeByYbRt8fTTwl/sv8fX13X+5xyRdTxV3ff+etYvpGn+fKfWs3+lTLziZffOiuiU89aBgqKLqkiIb/LIgdHT1Y7rzXNmLIgPlLVy5fs75Ni6bynCWr1orLmMH9y13/Gj+KBw8f+3v+kohunb7/5F35ZCa//z33nc++lgAAN4jxcYBVE53l3okjx4/o16i+4TDSh46cmrd0wxufThNxLTe/4GrXEtFt9NBepoPd2rdtJjqUCFXyl91LF+3ca/xIv/Dw8aSObZu7ulSo0ft4e8oxrvQRSi2aGDY3UzOyrnGVgb27yDFOUKv8Ooa1EAkvOzffuEKPzm2MpSzh6OmU1Mx+UZ3kGCe4ubmMG95HVK+VG3YYr5J6+S2Q2D6+7/aRb/3fPfJ24SZR6zTF0f17yDFOCPDz7h/VSdzmgcOJUtV4ebjdGtOjRai/VQ1JY3wcAFien4+PZDhtguFvmfhkSFSJsNYtjDFOuHfShOAg9fR/51XwBkUmkwuIVLoB0K20s5xNviAu5yxamp2T9+DkiXIkEuoEqiffOu7wscRNW3ZIFXbr2JFyjBOiB/ZxcVGev5gifykev7h85sF75EIkdOkQHjOo34zZC0X2KntT+w4dEYFm7PChcowT/P18333p2WceuldTXGy6pih3b77w1IuPP+R5+VRX4u91ZLcukmHAe5pxtSC1qmyMu5rhg/oXaYpXbYiXv1wXv1U8PzFDyqlLYiOhZ9dO23ft1Wp14ssdu/eJOWNiBu9LOCx/Xxu3GEYI9u5hiJI3+jxX7lu70afa+EgevOt24708Upoml6/eIFVArx5d1QH+C5avMs5ZumpdaP26XdqHlbv+NX8Ul4nLJ+6/23hm4UnjRxt3zgUAVBzj44BqVu1lRASvfpGdxD+p9FBu+w6d2LnvyJ4Dx86cT3nmwVt9vT3LXqVpw3rin1Q6kG3/4cSEY6dOJSXr9SXylqjQoF6dOkEBuw8cu31ciahg23YfEg+7gjurCj5eV9ypW+lR2zSaa+2fG3zl0Dn5y9NnLsg75EqGTdX/Vki+mCZ/F6ZXaRRaVzzUc8mpYrpbx9br43f/OWdF3Lb9bVo26hTeom5woHHNiymG3T2OnEg6m5xinJmaniXfsoiVkt1hfBwAWF5egeGDMY/SEHP2/IW80s/Jpv78h+k6Lq6uR45X9KMgs2NveXp4SJdPoX7idJK43LZr7+Fj/+1yeObcecmwbZDUR+omVUzL5v8NzRMxSDQauScKx0+f9vX1/uPKepiSli62EER3a9vKfAS9/EjatWllOrNXjy5l79TH20vOlKLT7di9f9O2Hdt37zuQcMQwR6MxrtYwtJ5UYdGD+r3/5bfL1qwfPcywg+qyVes8Pd2H9O1V7spR3busWLtxx579ojGJHte+beuuHdv9OnP27n0He/XsGr99l7+vr5gj3fjzXLlv7Uafalnbls093N2MX7Yv3e/10NFjUgWIBDly6EDxLe8/dCS8TcvTSef2Hjz82L13Xm39a/wo7j98RGx1tDf5fxc/SOLH4FjiKQkAHE9V3ojR44DqV3ODlZo0qCv+DR8YsXDFppXrt4t/8jkWzBQWaWbNW7Vz/xHxcb1UOh6tdfNG2/YkmK7TvWObRSvi9iecaN+22c69R7w9PcQ6UsW4mZw2weja37WP1xVne3Ar/Uw1v7DQOMf08CUZWTni0tf3iuonXuj8fLyzcw1D/BrWD37s3vF/z18tAqX4t2TV5gA/n5FDo8Q3JZZmZhvW2bh1b9mHkZaZLVUT4yuvNbQwxscBgOWJdCIu64UEi8sLqYaPiw4kHBX/yq6ZlZXj5+dz3Rv0uDzGylRJieFP+cVUwydVoqeUXUGkQKnC3Fxdy9y+fFly5myyuDQc1KzsXSRfKBuJ5JFcqoAKHZpj9cbNn3/38+FjiaWPwaVHl46dO4THb9t17cd2DYEq/74R3TfEbxUPQ6lUrtiwaXCfXl6eHuWu3D+q5xvSF1t37RE9buO2HWOih8j7eO7afyCqR5dNW3ZE9egs74taief5Rr+1SjzVsqBA1ZW36aLy99PqdFLFDB/cX3xfS9esFz1OPteHfBi+cl3jRzEvL1/cr1LpbLooUH3VI5YAgH3j+HGAdWnbrG771o3c3D2kqtl78PgP0xfEDIyIGdjTdL7hQ84hUSLGJZ4+X+4V/5qzYse+IyK0iXjXpmXj0LpB4lXCvMd1ait63O79RxvUDz5x+lz/qM41mpVERwtU/3fs6oxMQ3HzdHMrd2Xf0lO1ZmfnS/X/mym+hZy8/DqXN/iaN67/0hN3ZGTlJl9IO3ryzKr123//e2lggF/TRvX8fAwh790X7vfz9ZJqjNNlkhUkOcbHAYDlbdy6XTIcFNVw5s06peOJJt08+rVnHpNqQJDKcPubFv8TVDPhQ/wdqV83WPSshdN/rOBV6gSqJcMf9Mzrrnk08dRjL74R4Of32L13tm3VIqJrJ08P9+9+m2EWrW7U8MEDVm2IX7F+k5uLS35+4cgyZ3Iwqhsc1KpZkx179h8/eTotPbNbp/b+fr5tWjbfsefAnoMJ6ZlZfXp2l9e80ee5Et9aJZ5qmdmurFqtLicvr15IndLbLGf9gqJC0y87hLVu0aTR8jUbn3343uVr13fpEN4wtDLnnQ8KUh85cbK4WGv6SWr6NQ9aAgAoF8ePA2pEtYxXqh9i2Adz175Lw9xMpaYZNn/d3C5tCTlJTiZ3Le0+eCzAz/v+SaMG9+0mYpxUup1keEgmD0rl79O8ceiBI4l7Dxr2dOjRuaI7q1bOyaQr0uHh40li27Fxw/I3BOsEGjaCRSU0nXnqzHmx6dmgnuHbWb52688zFkmlB4Zr07LRqCFRNw3vK748eOSkuFSXnuziaGKS6dVPn7uwcPmmE6fOSVWTV1A0c8mWY2eta7uT8XEAYGFZWTl/z1ssJob27y1dHiUn+o7ZC/Lvf8/94feZUpWF1jP8xdyxe5/pzIQjx6f+/MfuA4ek6tCwfr0jx0+mpKWbzly5Pk7cRbnn/WxQ3/CQDhy+YjzgrzNnDxp/58HDV+xEuWr9JpFvnn5wiohWA3tHyIdaO3POcJr1G/jzVaY5DeobJT7A2xC/dc3GzSIORpW3q6xRZPcu23bv3bjFkFA7t2srGXYUaLf7wEFxdTHdJ/JSj7vR57ly39qNPtWyE6euOE38idNJ4q4b1DPsCeusNGwQFpbuTyoTi44cM99ResTQgSeTzqxYt+nwscThg/pLlSIevPgh31e6T65MfLn/0GEJAHCD6HFA9TMOm6oitcovrHWT8xfTPvtuVsKx03r9pS27tPSsH6cbalSvbpcOtSvvNaApunSkEpHnDEeLM9mFYelaw+bmFUHOcBS2Vnn5hWvidgXXUYXWrSPVpNUbd2ZlXzqbxK59R89fSG3ftrm3V/lD8Lp9qwAAEABJREFUCMNaNvb39V4Xt8t4ADiNpnj24vWS4YDHhqOlpGXm7Np/9NCR/45UUlj6vYvIKC57dmrr7KyYF7shLf1SNSvSFP89f82ytVvLPdxeJVjbeDTGxwGAJYlo8uJ7n2RkZY8eNqhRA8NYbhcX5YTRMYeOHJv68+/G1URheeezr08mnZWqbNTQAe5urh9/+6Nxr8n8gsJ3//fNlz/+Jp/mtSyli+HgEqaHhri20TGDRVh5+d1PCy5nHdGVXv3gswVLV5U9aakQ3rpleJuWcxYtS7jcfc5fSJm9cGl+QUGLpo1N13R1MeytWVj0Xy1KOns+dtU6qcyWyTW4KpX5V57JSjwhg/v23rh5x5adu2MG9St78lNTvXt0FYnqz38XtGvbyt/PV8zp2rFdfn7hjNkLO4W3VV/e6/ZGn+fKfWs3+lTLRESbv/S/EzL88uff4lseXnoKi2aNGojLHXv3G48U/MuMf9IzzT87HFF6NtUvf/hVbDdGD+orVcrQfoYA/cUP0wovb3b+NXfR4QofJBEA7AzHjwOsSPWWkUk3Dfn0+1mnziZP/WW20tlZPt9o0vkLIrf1i+zUMfzSEUYCSo9Ks3BF3OadB++ZOKJjWPPtew+/8sGP7do08/H2PHriTOLpcy5KZYHJ9qJU2rb+XrAmNS1zxOBIqYbl5OV/OHW6aHCZObn7D50QXeym6D5XW9nV1eXOm4f9+OfCT7+dGd66qch2+w8npmdkD+rdtW3LxmKFIX26bt158McZCyO7hru5umTl5G3ecUA8Od07Gz7xrhMUcPOI/v8sXPPB1D/DWjVRB/ju2HdEfJtjhvUOVFfoMDfXVXKZZB0YHwcANer/3vzQ9fKxU0UV2nMwQbzwdmrX9tWnHzWu89zD9x05lvjVT39s2bGnS4fwzOycmXMXtWjS6OmH7pGqTFS/15597M2Pvxw/5ZH+vSLqhdRZtnq9iCAvP/2IPE6trHp1DNsM//t+2vzYlZ+8+dJ172Js9OBdew+Ix3zTXQ/1jewuStOseYs0xcVT33+j3G0bEYPefO6JB5979fYHnxzcN8rDw33JirWiUX7z0ZsuV56uvU9Et/99/8sbH3+5fO3GLh3CcnLzFy671JWyc3KligkJDorbuvP2B5/q3zvi3tsnyDOHD+4/e9FSKdswce2rd+vcwcPd7WTSmTtvHivP6dGlo7hMy8icOG6kcbUbfZ4r963d6FMt8/L0eOHtD/cfTOjepePy1esXLF/94hMPtmpmOEGHKIyD+/VasXbjkAmTB/WO3L53/9lzyZHdO4tnzPQWxLfQvVP7rbv2DuwdoQ6o5BZRRLdOY6IHz4tdcfOUR6J6dD195uzGLdsbNwgVz61SyVtLAA6H48cB1uXUubSjp1N6d2sb4OctVY2oaS89NmnZ2q1bdx3MyMoVYU7MDK6jGtynW8/S9iRr1bxhtw6tt+0xvD3Iyc2bMHpggUZzICExfvt+keGaNa734J1j4nfs33vwWFZ2nvGoauIT4NYtG4nVuneq2Z1VhdvGDDqbnLrnwFHxCPv07DC0fw8/n2sd3K1lswavPDVZfONHjiVlZGc3bVhvwsgBxpOxqlV+998xaub8VWvjdon3Aw3rBUcP6DmgVxeRLOUVevVo37RxvdUbdx47eXbfoeOhdetMGNlfbnlV5HTp8tLmsvz6W+s5jPFxAFCjtu/5bwfG0mP2d+gf1XPS+DGm4cnPz+evH774c/b8NZs2//733LrBde6+bfwjd0/y8ameg5mOHxndMbytuP3tu/YtX7chvHXLX598KLJb56ut371zh5tHRf+zIFb8kUpNz6jIXbz1/JMDekfMWbxs3pIVnh7uvXt2e/TeO0Rqudr67dq2Wjzjp+9/n7l5x66kc+fDW7V84M7bRK8xW615k0afvf3yq+9/Hrdtp/jXpmWzcSOHDeobNeGex/bsPzRy6ACpAp5+4J7jiaf2HkxobjL4LqJrpwA/X7UqoENY62tfXfyv9ezSSfzXdO4QJs8RDatV8yaHjyVG9bjirKk39DxX+lu70adaiB7Yr2njBnMWLZu7dIX4XqZ/+1m30nPCyt578RnxPS5dvX7h8tWixH342vNzFy8363HC4P69RY+LqezOqrIPXn1OFeC3dtOWfxYsiejW+a/vv/hx+izR48xO3gUAuDYnRlUA1UIeLaXT6bRa7a6DibsOJY0c1DW4mkZj1Zw3Pp0W4Ov9xH03SzVGNLWFyzc9fNfYaslh1uD4ybM5WWkqP28vLy8PDw83NzcXFxdnZ+fq2k+5gvSliouLi4qKzp07FxgYqFarJQBwVMa/wuJV8ZFPzxxJKr53TOj4wcES7NfF1LS+o2974v67Hpw8UUIFvPXpVwuWrdqwYJaHu1vlbiH5YqrY2gkOumKT445HnrlwMW35P79KVXP4ZP4THxuO0/fDU65+Ph6enp7u7u5iQ0upVMobWhIAWBnxRiw/33C+Hc9S4lXL1dW1gu8NOX4cUM2saS/G69i+JyE1LTOiW7iEGxGs9vVwdZasCVuoAAAH9P1vf4m/gKOHDZZQAaeTzs2PXTlyyIBKxzhhw+ZtvUfe8u/CWOOcPQcStu7c2zG8xne2AAArxPHjANyYP/5ddiEl42TS+UC1X+d2LSXcOOMrrzW0MEY6AwAcyi33Pq7RFh9IODphdEzd4CAJ1yTy2ZxFy48kJmo0msm33CRVQWT3LuoA/5ff+2zR8jWtWzRLOHp8y87dXp4e9995qwQAjofjxwHWpVE9VZ1AvwDfqh48ruaoA3y3704Ib91k/PD+xmOu4YY4XSZZQZJjfBwAwKH4+HjtP3Rk8oSxTz98r4TraVCv3u4DBzuFt314ynWOUndd9UPq/Dr14+n/zNu5Z//WXXu0Wl1Ujy7PP3J/8yaNJADAjaDHAdXPy8PN18fF1cV6f79iBkaIf5JFDO3XXfyT7EVxsW7f0TNO2iIvazpoMePjAAAO5afP35dQYT26dDi4cZlUTVo1a/L2C09JAICq4fhxAHADNFrtgaNn07ILJWvC+DgAAAAAsDCOHwdYHfqIfbO2/1/GxwEAAACAhVXljRjj44BqJkpNSkbu7oRTufnWNYQK1alEPpHupRffWs9h9F8AAAAAsCH0OKD6pWbk7E1Iyiugx9khZ4UiKMDH3e3SSTBMq1wtYnwcAAAAANgQehxQzayjz6CmuLu5DIxoWz/Qy6r+mxkfBwAAAAAWxvHjAMDSrCqB0YABAAAAwMKq8kaMHgdUP093lzpqX1clv1/2z6mUVNsYHwcAAAAANoReAFS/RvXUTRuGuHt4SrBTTpcZv5RqFePjAAAAAMCGcPw4oEYwXsle5RUUzVyy5eiZTMma8PMGAAAAABbG8eMA60IcgYUxPg4AAAAALIzjxwFWhBgHy+OnDgAAAABsCPurAtXv4PHzf8zfdCHNunZpRDUqMSFZwfA0xscBAAAAgA1hfBxQ/RirZMe8PNz692iTk5VmTGDW0MIYHwcAAAAAFlaVN2KMjwOq2eUhU7BbwWpfD1dnyZrwMwcAAAAAFsbx4wDA0oyfhFjD2DTGxwEAAACADaHHAdWvUT1VkNo3wNdbgr2zkhDG+DgAAAAAsCHsrwpUP09312C1n6sLvdsOFRYVr4o/eDY1z6mUPLPWqxzj4wAAAADAwqryRoxeAFQ/01IDO6PT61MycpQKT8maMD4OAAAAACyM48cBgEVZW2+l/wIAALvBhg0AR0CPA6qTPDLu1Lm0Y0mpCifD/uB+vl69urY2rrB49Q7jdK9ubfx8Lg2z2nf41OmzqfJ0g3rq9q0by9PZOfkbth0yXmX4gC7G6bgdhzOycuXpsJYNGofWkafPJqfvPpgoT/t4uffpEWa8Suy6nXrdpX4f0bmlyt9Hnj54LCnx9EV5ul5wQKewpvJ0Xn7R2s37jVcf2rej0vnSeUW37D6amp4tT7dqVr95oxB5+vzFjJ37T8jTHu6uAyLbGa++fOPuYo1Onu7WsXkdlZ88fSTx3NHE8/J0cJB/13bN5GnDnqGb9hqvPjCqvbubizy9fd/xCymZ8nSLJnVbNqknT19Mz9q2+5g87eqmHBzVwXj11XH7Cgo18nTndk3rBgXI08dOJR8+flaeDlT59ujYQp4u1uqWr99tvHq/nuFenm5iQt48dLr0X20tG4uMjwMAI+OL868Lz/6x+KwEwEboTTZn2N0EgN2jxwHVQ2wxyE1ETBQUFV9IzZLn5+blJRzS6UuJL8+nZBivcujQQS93pbypkXg+52JGoTxfq8mXijIUCkPOyyvUml5l755dxq2T0+cyc/OL5fmuCk122ln5KimZhedTcuT5GVmKvXs0xqucv5Bu3NA5eOiQr6eLfJVTybnn0wvk+UVF+c7aLHl+oUZneu8H9u5VOF++9zOZWXmX7t3ZqSg/87x8lfTsovMplzqdi9LJ9AGfO5+mvXz3RxIOJ3tduvczF/POp+bL8wsL8lz12fJVNMVX3vv+va4uzvJNnTydmZl76d4V+sLC7AvyTWXm/HfvSsUV9550PrVYe/nejxxJOed66d5T886nXLr3vLwcD6dc+SrFWr3pvR88uN/d1VkQ1wrwcRMriAnr2VJkgxUAZE5O/31eotWVaHUSAJtj3MqiygGwclV5jXJiVAVQXcRvk66URqMpKioqKCgoKqXVasVMuceVlDK9lukvsOmiG51vtVexm3uXG5xSqXRxcXF1dXVzc3N3dxeXYlrMtHyekyNvcXGx+Bk7d+5cYGCgWq2WAMBRiVds8aoo/uaKF8bdR7Izs4s0peQ/zWKR8ZMz2DTxn5iRlePt5cmJs+yJ/Ospf/ApLru09vRwd/Pw8HAtZdzQkgDAyog3Yvn5huEdnqXEO0TxqiVexyry3pA/Y0B1kn/lFKVEtZG3+8U2hHF8nDzHOJLO9FplF1VkfiWuYrzijV6ldh9wrd+73OOMSU6QtxqtYeuQLVQAkMkv12FNPIqKFOKfRqMQeU5OcsQ4+yDa6uHjOQ3quvt480bGrlzxwaeLUm5wZDgAdow/Y0A1MyYbebtfTJcb48SlafqRyqs/xtu87lXM5pstqvhNVeIq1XLvlX7Alrx3mfNlYmNR/C8bP/qo3Y1F3mQCgGTy2Yn8Ki2/eotp+Q8xL5X2oVirzSvQOCtdPD2t61znqCLTDS1XV1fTDz5JcgDsEj0OqE7GdwKi1EilMU4Oc6a7qZY48B6jln/A1XjvpklOfrMnTxg/ua3FjUW2UwFAJr9Ky3925WmtVmuMcSQ5O+BcXJyTV6RwVnp4eEiwF8ZNKWNPF5fspgrA+lXlNYoeB1QnY6+RLr8lKPuB/NUCU9k3CVdbdN35lbhK7d571R+wxe7d6fKZHBQman1LkXeYAOB0+ZAR4lL+Q2x6+AjTD8Zg05yKinLyDT2O8XF2xsmEswmSHABrVpWtC3ocUG2cSo9EK28xyFsPxq1/43zeDNg044e3ZpS42y0AABAASURBVKTaHqHGdioAyIxv5o3D1dlT1c7oJaf8wmJnZ6W7u7sEu2P87NPsU082dQDYH3ocUJ2MWwxld1C9Ro9zuvoZ3662yOnGTxJXiZuywL1X4iq1eO9OV55TwuzLWsRbTQCQLr90y5+HyW/p2U3V/hTr9BqN1klhOMSYBLtT9rNPiRgHwE7R44BqZhwlx6aDI7CS/2V+2ABAZvpX2DTDkeTshsisxVqdk3Tp8CCwM2U/7GQjB4A14/hxgHVhuwEWxvtMADAq968wf5rthuhxOn2JVDr+UYJd49cWgPXj+HEA4NDYYAWAsnhttEum+zNKAADYLHocANg8xscBAAAAgA2hxwGAzWOMAAAAAABYGMePAwCHxvg4AAAAALAwjh8HAA6N8XEAAAAAYEPocQBg8xgfBwAAAAA2hB4HADaP8XEAAAAAYGEcPw4AHBrj4wAAAADAwjh+HAA4NMbHAQAAAIANoccBgM1jfBwAAAAA2BB6HADYPMbHAQAAAICFcfw4AHBojI8DAAAAAAvj+HEA4NAYHwcAAAAANoQeBwA2j/FxAAAAAGBD6HEAYPMYHwcAAAAAFsbx4wDAoTE+DgAAAAAsjOPHAYBDY3wcAAAAANgQehwA2DzGxwEAAACADaHHAYDNY3wcAAAAAFgYx48DAIfG+DgAAAAAsDCOHwcADo3xcQAAAABgQ+hxAGDzGB8HAAAAADaEHgcANo/xcQAAAABgYRw/DgAcGuPjAAAAAMDCOH4cADg0xscBAAAAgA2hxwGAzWN8HAAAAADYEHocANg8xscBAAAAgIVx/DgAcGiMjwMAAAAAC+P4cQDg0BgfBwAAAAA2hB4HADaP8XEAAAAAYEPocQBg8xgfBwAAAAAWxvHjAMChMT4OAAAAACyM48cBgENjfBwAAAAA2BB6HADYPMbHAQAAAIANoccBgM1jfBwAAAAAWBjHjwMAh8b4OAAAAACwMI4fBwAOjfFxAAAAAGBD6HEAYPMYHwcAAAAANoQeBwA2j/FxAAAAAGBhHD8OABwa4+MAAAAAwMI4fhwAODTGxwEA7ExhkeaVD3/JzS8od+n30xeWO/+FR29rHBoiAQBg9RQSAAAAAFgTdzfXm2J639BVevdoT4wDANgKehwA2Dz2VwUA2J/IrmEtm4ZWcGVvT4/RQyIlAABsBD0OAGwe+6sCAOzSxLEDlc7OFVnzppje3l4eEgAAFlSVN2L0OACweYyPAwDYpZAg1bD+3a+7WsumoZFdwyQAACyrKm/E6HEAYPMYHwcAsFfD+nUL8PO5xgpKZ+eJYwdKAADYFHocANg8xscBAOyVUul8y6h+11hhYO/OIUEqCQAAm0KPAwCbx/g4AIAd6xjWvEPbZuUuCvDzia7ADq0AANQEjh8HAA6N8XEAAPt2y6j+bm4u5c3v5+7mKgEAUBs4fhwAODTGxwEA7JvK32fU4EizmR3aNusY1lwCAMAG0eMAwOYxPg4AYPf6R3YKDgowfunm5nLLqP4SAAC2iR4HADaP8XEAALunUDhNHPPfeVRHDY5U+ftIAADUHo4fBwAOjfFxAABH0KpZg56d24qJ4KCA/pGdJAAAahXHjwMAh8b4OACAgxg/vI+3p8fEMQMVCv72AQBsmFICANg4xscBAByEt5fHsw9OCKmjkgAAsGX0OACweYyPAwA4DmIcAMBKVOWNGD0OAGwe4+MAwBbx6o3awid5AFAtqvKnnB4HADaPrWoAsC3y5rvZRjx5DjXnapsKbEIAQG2hxwGAzeMtHADYCtMSp9fr5WlexmEZTqWME4L42SPJAUCtoMcBgM1jSxoAbIIxxu06nPvq90nGDEcTgQXIP2a3DFbfNlilUCjEtHzJjx8AVBrHjwMAh8bACgCwFfJoOI1Wn5pVLAEWl5VTVFxc7FzKOFZOAgBUCsePAwCHxpY0ANgQvV6v0+nEhMJJ+r+7mkiARcxalpx4rkD8+IkeJ7+BFNsPospJAIDaQI8DAJvH+DgAsBXy+Dj5yHEKhVO/rioJsIhl8anSOam4lGT48VOIn0N2WQWA2qKQAAA2jm1oALB+JZfpS0lAbRA/exqNRlfK+DMpAQAqhePHAYBDY0saAGyF6fg4wPLEz55WqxUxTu7CbEIAQFVw/DgAcGiMjwMAG8KIJNQiOcPJg+MkAEDtoccBgM1jkxoAAFSEPDyzxIQEAKgN9DgAsHmMjwMAG0IEQS0iwwFANeL4cQDg0NiqBgAAFfH/7N0HXBxl/sfxYRu9Lj0kIRAgQEghjTRNMbZEY+/ds52e9c5yeuoZPTXnqaee/W+Lnt14Glu66Q1SIaSSQiCE3rfzf5YxK1kIIaHt7H7er3F9mH12mW1h5ru/5xn2GQCgCzF/HAB4NOrjAAAAAEBByOMAQPH4rhsAAAAAFIQ8DgAUj/o4AAAAAOhhzB8HAB6N+jgAAAAA6GHMHwcAHo36OAAAAABQEPI4AFA86uMAAAAAQEHI4wBA8aiPAwAAAIAexvxxAODRqI8DAAAAgB7G/HEA4NGojwMAAAAABSGPAwDFoz4OAAAAABSEPA4AFI/6OAAAAADoYcwfBwAejfo4AAAAAOhhzB8HAB6N+jgAAAAAUBDyOABQPOrjAAAAAEBByOMAQPGojwMAj7Vw2co/PvhEyzVxMVGpSQOHD0m76uKZfr4+UieMOGNmSmLCf996Seo6tz3w2PK16/NW/CJ5jBvufnD9xi25y3+WAADuhfnjAMCjUR8HAB4urk9Mv9gY0bBarYdKjixeuXrBspULfl055/V/6bRaCQAAdAPmjwMAj0Z9HAB4uLMnn/bgXbc4fqytq7/rkSdXr9/4y+Ll5501RTpV2Qv/JwEAgG6gkgAACkd9HACgpcAA/xuvvEQ0tuXvlAAAgOuhPg4AFI/6OABAmwL8/eXGO3M+/+d/3vnkzZeee+XNgv0H05IHfvzGi2J9aXnlx1/O3bgtb2vejtDgoL5xsddeeuEZp42Tb9Vy/rj3/vuVuO2v//v0h4VLlixfvX3Xnr59Ym+44qILzz2z/W34et7PX33/856CA6NHDL3lmstbXrU2e/O1dz5w/x033X79VY6Vtz3w2JKVa3auWSjaYqsuvunOV//xeG19/bwFS/Lyd48Ymn7ZBdMnj89auGzVp3O/37wtLylhwCN33zEkPcWxzdOnTY7vG/fNvJ8LDx9OSUi4YPqZV1wwvZ2/lQaj6bO536/ZsHHTtu1eKq/+cX3E/d92/ZXytXc++MSBQ0Uf/ueFtz78dPWGnKLDJalJAx+869aMtBTHPRwoLH7ro/+uWpft7e199pTTbr3uymGTZ1x9yflP/PnuNn/ja/8355fFyw4WF4cFB6cNSn7qoXvDQoId14qrPp07L2/HbrVa1S8uduY506666DwJAOB6mD8OADwa9XEAgJbKKqre/vCzoKCAi6YfE5bN+terpWUVCf37Jg7oL34UMdxt9z/WaGgclTn08gum52zOXb1+Y+6OXT99+l6EPqzNe779L38Tsd0VF553+Ejpe59++dBTs4MCA6dOHHu8LXli9r8//eb71OTEi887e9fegmv/eH94WKh0kl5++wOr1XbFhTPOnTrppTffW7xizS3XXr5s9brrLrtw7Ihh7378xW1/fnTBVx8F+PvJ/VesWf/V9z/dccPV6YOSl6xY/cTzL2/amvf84w+2eedV1TXX3fXn/F17h6WnXnDutP0HDy1avjpnS64I3U4bN0r67fmsvOTGP2aNzLzr5us2bNzy4Rdzb7znwXmf/F90ZLi4Nn93wTV/vK++vuHcMybpQ0L+99MCkSe283Aefvqf38z7JWXggCsumHH4SNn8pcu379r92VuvROjtz8wPC5be97enRTx32thR4iBv8co1T87+t8rLSzx8CQDgYpg/DgA8GvVxAODhfl6yLG/HLrltsVhE0Obj7f3G7Kf6xES17Oaj814x7wu1+rcpa0S2ZTAa5n3ybv++feQ1z7/69v998sWSFWsum3lum79IhHEfvDpbbmcOHXzlrffMX7L8eHlc/s49IowbO2r4Oy/+Qz6txFsffvqvN/5Po1FLJ6OktOyXLz6QI0KVyuuvz/zr6+9//uXzD0TgKNZERUQ88MQ/xGZcNOMsuX9hccnLTz8m0jHRnjIhS/zqOV9+e8VFM4YPTmt953O+nCvCuH8++cjMs6fKa0Ted/ufH/t+/iJHHldeWXX3LdffdfO1on3mpAn6sFDxKFasXX/JeeeINa++/UFNTZ14jKePGy1+vOOma66+/b7jPZYVazaIME6Ea0/+5W6Vyv5CZG/eds0f73/9/TlyMZ3YHn1YyC+f/fboiktKp19183c/LyKPAwA3w/xxAKB41McBgIcrPFS8an2OvKzbuMVstphMph8WLq1vMLTsNvOcaY4wTrjusotmPfKAI4wTpjQna0fKyo/3i86ZerqjPWJIuq+Pd1FJyfE6fzd/sbi888ZrHOd4vemqS+WaspMyIWuko15v0MBEcZk1cpgcVwnJAweIy4KDhY7+ifH95DBOdv1lF4nLH35Z0uadnzZ2zKP3/XF6i/6Txo3WajWl5RUtu7W8w9EjhorLosNHJPuA34oFy1ZOGjdGDuOk5sjy1qNjXVv76Iu54vKB22+WwzhhxNDB4s7/+/X3dfUN8pqGhsayykq5HRMV8dk7r7z94jMSAMC9UB8HAIpHfRwAeLg/XHO54/yqZRVVh4oPf/LV/z795vuysor/zP67o1vf2JiWt5LniRNf6uTm7xJB3tqNmzfnbhdrTCbz8X6R/tjRpv7+foZG4/E6b9+1W1wOTv19njWRc2UMSlmyqr3hnK31iY7+/R509mgvIuz34bQ+Op24NDT+njwO6BfX8uZ942LE75U3prWh6YPEIhqHiktWrN2wesPGzdvymgPNY56Elr/Rz9dXXDY0/8a8Hfa7zUhLbtl5eHqqdBx7DhwQSeKcr75tuVKEeuJVOFBYlJYy8PyzpuZsyT3vmlumTBw3flTmGadPSE6IlwAALon54wDAo1EfBwBwCA8LEUvKwIQV6zYsWLaysOhwXOxveZa3t65lzz37Djzz8usr1myQfxwxdPDpY0d//8vidu7cz9fHaY1Nsv8NWrhs5b/f/sCxMjgw8OM3Xqyvawjw93O6SXh4mHSSfH28ndZ4qdob5RMSHHxMZy+voMCAmtq6NjvXNzT+4+XXv/9lkcFokppr68aPGfnND784b0OrBy7/8ZWL2kKCjvmN4Xp9m79L3KTw0GFx+co7H7a+9tDhEpHHXXXx+Tqd9tV3P/pl8TKxPDH738PSU5986N7UpAQJAOBimD8OADwa9XEAACc+3rpRw4b8tOjXosMljjyuJbPZcvuf/3bo8OEbrrh40MCE08eP0YeGbNi8tf087nhq6+p37C5w/CgPLw0MChBxVUOjoWUkV1df72i3+eer0WiQOqfi6GDP3+7QYCyvqBrQt2+bnZ964dXDRXU4AAAQAElEQVS5P86fPm3SsMFpWSOHpyQOEAdXrfO444mMsEdvVTXV7WyAg/h73Scmyt/P9/uP35GO75Lzzrl4xtkHC4t37du/aNmqr77/6Q/3Prx47ifeOq0EAHAX5HEAoHjUxwEAWispLZPspztoe762LXn5+wsPidznr/fe4Vh5sOiwuGySTvrPyoXnnikWp5Ui5lu+ev3GrXnjR2c6Vu7YtdfRVmvsByMGw+8jXkVKuLNFrndqtu/aY7FYHWeNWLkuW1wOSU9p3VP8Af1p0dJ+cbEvzXrMsbKopFTcvINPQv+4WHG5NW9ny5Wbc/OP179fn9jVGzaWlle0PIPtwmWr8nftufyCGUGBAc/++42YyIjbrr+yX99YsUydONZsMv3vl0Wbc7ePHj5EAgC4C87nAACKR30cAKAlETN99/OinC25qckDW56uoSX5HAuNht+L0Ywm86dffSd13dc8Z06aKC5fefuD+oZGec0Hn329c+8+R4fE/vaatewt20T+Ja95779fVlRVS51TXFIq7kduNzQaPvj0K9G4uPlcqK2p1CqbzWYy/z5b3HuffCF1+EmIDNePyRy6dNVakTzKa6qra9/68L/H6z/z3Gninh995l+NR1PIwqLDf3vuRfF6hYeFeOu0m7bliWeptPz3CruaOntFYWxUpAQAcDHMHwcAHo36OADwcD8vWZa3Y5fjx9Ky8l0F+zUa9d8fuud4N0lJSkjo3/fHhUv37j8wMWuURq1e+OvKw80ldbV19VJXGJo+6M6brvnPex9ffOMfJ40fU7C/cMnKNf3j+hw6fFjuEBIcNG3ShAVLV5x52fVnTBy3Ycu2Q0WHx43OXLUuR+oEPz+fF15/N3vztgH9+y5bvW53wf4//eHapAH9W/cUx1FnTzn9m3m/nHHxtdNOnxASHLxh85bV6zcG+PvVHme+udYevvv2a/54/61/fvTcMybpQ0MXLlvp72c/4YNW3cah1oXnTNu4JfezufMuuuGO08eN1ml1n387T6SBrz37pHxQd+dN19750BPX3HHfjDOnihXbd+wWT9oNV1zc5qBjAEDv6syBGPVxAKB41McBgIcrPFS8an2OYykpLz9z8sQPXpk97Pgn+tRpta88+8SgpIT8XXvfmfP51/N+yUgf9M37r0dF6Ddty5O6yD233vCf5/8eHRnx+bc/HCwqfuqhe8eOGt6ywz8eeWDGmZMPHyn9fv7iAf3iPn7zpbTkJKlzMlJTXnvuSZXK66t5P0VG6N/456w//eH643V+9J4/njXltMNHyuZ8+e37n37p5+Pz3svPTZ6QtffAwZZFau1IH5T0yRsvDR+cLmLElWs3XDbz3NmPPyTWBwb6t9lfPAlvv/hMUmL8tz8umDd/kQhD5374xoihg+Vrp50+/sm/3F1VXfPqux9+/OW3tibbPx594JF7bpcAAO7Fi6oKAFAiWzOz2Ww0GouKisLDw/XHOZsbAMAVNDWzWq0mk2n11qq/vlWqUXvNeyVTQpcaccbMtJSBc/7zL6mn5O8uSOgfJ4//lYlI9IY/Pfj84w+2nlOvFz3y6s6N+bXTR0tXneHv6+vr5+fn7e2t1Wo1Go1XMwkAcJLEgVhDg/1E237NfHx8dDqdWq3uyL+r1McBgOKxDw0AQG/5418eO/+aWw1Gk/yj+Lbs07nzRCMzI10CALg15o8DAI9GpTMAAL3l7KmT3v3487Muu35i1iibrWlN9sbCosOXnn/O8c6kAQBwG505ECOPAwDFoz4OAIDe8sAdN8fFRM1fumLB0hWV1TXh+tB7b7vx9uuvlNyLxSQd3GYdkKmWAABdgTwOABSP+jgAAGTZC/8n9Sy1WnXVxeeLRXJT1SW2Dd+Zs783DsjUDMj0kwAAXYE8DgAUj/o4AADQ5QpyrGu/Nu5YaW6y2X+89EnCOAA4BvPHAYBHoz4OAAB0FbNR2rrAtO4b0+HdVgkAcHzMHwcAHo36OAAA0HkVh2wbvjXl/Ggy1PJVHwB0L/I4AFA86uMAAEBn7F5rWfu1cdcaiwQA6BHkcQCgeNTHAYCyWK02CXABr11T4xessxq8Svef4D3pH8rOBgA4Y/44APBo1McBgCurrWsoPlJRfKS8pLTySFlFZVVNcaWPJA2SgF7VUN1UXy3VlVltVnE8eYJDSn1ftQQAOBbzxwGAR6M+DgBcR4WI20T6VlJ+uLTy8JGKopKyhkajfJW3Thsbpe/fJyo0ImTDQQnoXY21TSHRKr8A9cFtJy7YDI1VHdxmyZlnjkxQJY/V6vuqJABAJ5DHAYDiUR8HAL3CZmsqLa86XGpP30QGJxoigDOazPK1/n4+MZH6zIzk6IjQmCh9VHhoaHCgzWY1mUyrt1ZJi0oloFfp41S3vROg0Wi2LrB893yjtd254y78q++aL40bfzSJttbbS99X1/LatV8ZowaqY5LV3n58RwgAHUIeBwCKR30cAPQAi8XqCN2Kj5SLy5KySsdMcGEhgdERYRNGZ0RFhIpGTGRYYIBfy5s3NZMA1zPkTG1orOrTRxoaa9p7i5Yf/O3dHt7vmOK4+sqmn14xiEb/oZobX/VveVXFIVtAmErnKwGAW2L+OADwaBzgAUCXazSY5NDtt/SttKKsolr+51atUkXoQ6Ijw4amJYpLkb6JS2+dVgIUq1+G5tZ3Aj75S33ZgeOOXT3rLt+hZ2lL9tqiEo+ZS67sgFVutB7EOu9fjXs3WEKiVbe9G+AbxNeHANwN88cBgEejPg4AOqmmtsE+7LQ5gCuyT/1WUV1TL1+l02ljIsIS+sWOG5FuH3YaERqpD1WrmTwL7iY0RnXLWwGfP9awN9t55KpX8/tdo5Pi0jVx6c431PdVT7/fVwR5fdOdz/kgl9TVVdicwrjNv5h//cAQMUA1/kpvEQVKAOB5+LcPABSP+jgA6DjxT+Zvp1yQy9/ss79VNDQa5GsD/HxjosKGDEqIjgyLidRHR4aGhQRJgGfw9ve65gX/xe8aVnxibLk+KKK9ADogzGvUBbo2rxo4WnOkoI2Cu7L91opDNrEMP8f5hp892hCbouo/VCMWCQDcF//GAYDiUR8HAMdjtdlKy5xPuWAy/1b+I7I2kbiNHZEmDzuNjdL7+/lIgAdTqaUzbvOJHKD+33MNjjM8OE0Y13Hn/aXtqeMc3yQ6DXE9steav9ycv1xKm2RzyuPyfjXrfLwiB6iCIqlOBeAqmD8OADwa9XEAIBNB2+EWp1wQAZwI40QkJzVP+hYZHhoVEZqeMiA6ItRe/hYRpmPSN6AtQ87UhsT4O87wENFfLXUpEfmJpeyAzSnpK/v9lBHOv/HX940le+0T1T25LLjl+vrKJptVCgznu0kAvYD54wDAo1EfB8AzNRqM9rnefj/lQmVZRbV8lbdOKxK3/n2ixgxPjYm0n28hQh8iIjkJQMe0PMPD2Xd3S91o67K7tNO1t78XULrPFt7f+aryQnsYFxrrvH7jj6aFbxl8Ar0uecJv4GgObwEoBv9gAYDiUR8HwBNU19TLw07FpXzKhZraBvmqwAA/EbqlJfWPigiNidJHR4SFhQRKADpHPsPDN880SD0oeqBaLK3Xn/+g35ECq5fK+TtI+ZQRhtomb79j1leX2N6+tU7cVfpkbeYMnQQALoY8DgAUj/o4AG5GfMtQXlnd4pQLlSKGazT8NsG8PjRIJG6jh6XKw05jo/R+vkz6BnQLb3+vK57xl1zAkDO1ktTGAPPYQerqEk3RTqvToNryQlt9ZdOe9ZbWQ19/ftVQX2ULCFOddSf/dADoFOaPAwCPRn0cAEWzWm0lZZW/1b79Nvtbpdlin0lerVZFhYeK9C11YD+RvkVF2Eee6rTswQI9x8W/9Rt1ga7Ns7uaGppEmGisbwqLc34AWxeaRFQXoPdyyuMObrMU7bAG6u1nd/UP5ctOACfG/HEA4NGojwOgICaTufj3Uy7YL4+UV9ps9t1Zb29tTIS+T3T4iIxkedhphD5EpeKfOKDLeM4+w6CJ2kd+0taU2jTaYx6yobZJhHGiEdbHuW4ub6ll9Rf2OtzrXw4YEPr7tRaT/cSvAWFenNoVQBcijwMAxaM+DoDLamg0yKdcODr4tLKiqka+KijALzoyLDkx7rSsIXL6FhocIHkAr2aiYbE23TorVwJ6REmlSTr69nOkcm4fzwVFOCdoPoFe930ZeGSvzWZ17lx24LdV+mNL6kr2Wt+5tU40Mmfozn/QVwKArkAeBwCKR30cABdRWV3nOOWCnMHV1tlnghf/SulDg6MjQkdkJIkMTkRvMfZJ37wlj3fgsEECepDXsSSPFBylEkvr9eOv9OmTai7ZY3Oqg6toPmWEZC+pc77V6zfUGWqbwvuprnvJJWbZA9DDmD8OADwa9XEAep74l6esolqEbvKpTuVTLhiM9gIcjVodGREq0rfTxgyR07foyFCtht3O34h99/gYnz9eGGxuZrFYrFarzWaT/zHnn3R0LflYUVyqVCq1Wp0UJz6gatHmy7zW4oerxdJ6fYBelTJec6TApo9zzuOO7LWX1PkFOz+ZG3807VpjCQhTZV2qa53iAXAbzB8HAB6NXWoA3U0kRiWllYdbnPBUZHAiRxJX+XjrYqL0UeGhQ9MSYyLt51uICGPSt+OSi5IiQjQzxgUaDAaTyWQ0GuVIrqmZBHQ1+V0nYjiNRqPT6TTN5EiOXYiOGJCpHpDZRvlbbZktOEpVXWILjXVO3Past+QtNYvGyJnHnBO2rqJpywJTYJgqOlnldEJYAJ6GPA4AFI/jNwBdy2g023O3Y065UCX/UxMU6BcdEZbYP3b8qMFy+hYS5BGTvnUJxyBBdTOtVis/q6Ih53ES/6Sjqznq4+SyOG0zuS1IfKvXCYHhqvu+DDQ1SPXVNqeryn8f4npM6Fa0wzr/P/ZR6qff4DP5pmOuOrzLqvPzopgO8BzkcQCgeOxJA+iM+gZDUUlZy1MuVFbXSs2TvoWHBYv0bWhaYlREqIjeYqP0vj5M+naKxL/VImuThw0KmuYBvHKj5XhVoDs4xqvKQbB417UctcqORGfo/MTiHKJd/7K/yNfKDtg0umPWO04ZEd7X+Sbv3VVnarRPUXf3p4ESAIVg/jgA8GgcwgHouIqq2qOnXGgef1pSXtfQKDVP+iaHbuNHDY5ubogkThyzS+hqcqWSdDQiEcmIHMbxj3nXKq+s0YcGSWgmF2bKWbD6KMardh+fAK/44Zr44c7rU8ZpA/Wqugpb34xj/nWtK28y2f8llvStcrofX2rMXWoOCFVd+pRfeD+q5wDXwvxxAODR2JkG0CYR8pRWVMmhW/Pg08ri0nKj0T6lka+PLiZSL0K3jEEDYiLDoiLCIvTB/GPS3eRn2DFIUE5GCOO6Q2Ojcc43i6ZPHZMxKEFCs5aRnFwZx1kdep6I21onblLzP9djLvYWOV3/oc7fgpTut9ZXNtVXWgP1x7xYxbusS983iJwubZI2cRTH9YDyulf2NgAAEABJREFU8LkFAMXjKA6AYLFY5RnfDpdW2sefllYeKa20WO1jo4ID/UX0Ft83KiszNSZKHx0RFhzkL6GXyDmIY+wq08Z1h4LCkvpG4xfzlpVV1J55+ihCJ6nFRHItSXyr5xqCIlTn3OPT5lXe/qqgSPHPhWgcm8ftsO5YYRGN6CR14qhjbrL2K6M8FV3/oRzvA66LzycAKB570oAHMhhNxSXl9pMtlP52yoWyiioR6Yh/EOyTvkWGDU6Jj56QKRoxkXpfH50E1+CYRU5uyCsJ47rcgUOlZot9Qv1flmUXl1Zed/E0nU4reTzHDkPrBlzWFc/4tbneccqI8H7HlNSZjdJPr9hPGdEvQ3PTf4453q84ZLNamgLCVL6BvO5A12D+OADwaBzIAW6vpq7hcPOZFoqPlMvpW1VNnViv0aijI8KiI0LHDB8UHam3z/vGpG8ur/W+O5lIl9u7v9hm+y2t2JS7u6Ky9q4bLwjw95VwFO86pZt2h0/Wpbq6iiZ932P+zS8/esqI1gNj579uyF9un7Lg3i8CQ6KZig7oAswfBwAejV1qwJ2I/ToRtrU85UJRSXlDo73YwdfHu3m0aWhacn/77G8RYeFhQfwLoFy8dt1EHB0dOHSk5SHS/kMlz7/+2R+vnxkbpZcAdxEYrgoMd14ZHKW6bJafyOkiBzgnbuUH7CG1Ric5hXF5S83fzW4MCPM6/XqfjGlUkgI9hDwOABSP+jhAuWy2piPllUdPudDcKK0wmez1CyFBAdGRYX1jI0YOTYmJDBPt4EAmfQNOrKS0Uj5rcEtlFdX/fOOzW66aIeJsCXBfvkFeaae3namlT9FWHFJpvZ2/CSg7YDXUNYlF02pug08eqvcPUcUOUo++kHkPgC5GHgcAikeFBaAUZovl8JHfTrkgz/52pKzSarOJT3GEPjg6ImxQUr9J44ZFR4TGROl9vDn4AU7F3gPFba5vNJhefX/uZedNmjxumAR4nkk3ere5XuxIhvVR1VXYwo4d4lp12LZrtf2UEcZ6rVMel7/cXFfRFKBXDRyt0fDHCh6M+eMAwKNRHwe4pkaD8egpF+zzvokYrryyWnxetRpNdKR9oreRQ5NjIvVREaFi0aiZ9A3oGgUHDx/vKvEX8/PvlpSUVV42Y5JKxbdZgN3Ea33E0np92QHHKSOch76u/NR0cJs9qntsYXDL9Q1VTTVltoAwVUAYny94BOaPAwCPRn0c4Aqqa+vto03t5W+/nXJBrBHr/Xx95NGmKQlx9knfIsP0ocF8aoHuU3Cc+jiHpas2HSmtvP3a8zjpKtCOgaM1D34XVFdh82l1PtbS/fazRoREq5yK47YtNv34sn3C0/Mf8s2cTuEc0B7yOABQPOrjgB4mPnPlldXN6dvRSd+OlDc0GsVVocEB0RFhfaLDR2Qk24vgIvVBAX4SgJ5iMlsOHS49Ybe8Xfv/9daXt193vvjMSgCOwy/Eyy+kjfLtC//qJ3K61lPRlR/8bac0/Nihr4bapn9dVBMQpho0UXvWXT4SAPI4AHAD1McB3cpqtTWfcqGyqKRMTt9KSivEMb9K5RWhDxHpW9KAPhPHZIhGTKTe25tyG6A37TtY3MFvqfYfKnnhzc8fueuqAH9fCcDJSBnfdpLQJ1U9/FxdXaUtIv6YFK/sgNVslCqLbRaT8+dz4VuG6hL7EFdyOigR88cBgEejPg7oQiJok+d6k0+5IBoijLPZmnRaTVSEfdjpsPTEmKjRIn2LCg9Vq1USAFeyd3/xCfuIT27qwH533XihBKBLDTlTK5bW640Nkkjo6spt+lZT0eUuMVcW2XS+klMeV7TDenCrJUCv6pehDgznry1cFPPHAYBHoz4OOGUNjfIpF8p/S99KK8ora8R6fz8fea638aMH2xsRoUz6BihCOydzIIYDekviKM2dH7U9NlyEceIyIt45mtixwvLrh/ap6K5+3t8pjzuUbw0I9QqOIqSDspHHAYDiUR8HdFBVTd3RUy5UyEVwNXUNkn3St8DoyFCRuw1NT2wedhoWyKRvgDK1PpmDiOFUXl6ZGck3Xn62BMDFPPJTUF1Fk83mvDdbdsAqN5xK6soO2N65tU40Ms7QXvw4f6yhYORxAKB41McBrYmcuqyi5rdTnZb+FsA1GkziuDxSHxodGZbYP3bcyMFyDOfNORYBt1BWUS2H7NKx1XDfzV+1aEWOBMD1ePt7iaX1+nFXeieP1YioLqzPMXlc+QGb3AhvNfT13dvrq4/YgsK9bnmb87SghzB/HAB4NOrjgMLiUpG7HSmrFB8H+/kWyioPFtlPsKjVaGKiwqIiwtJT4s88fWRkeGhslF4C4KYKDh5uc1DqkLSEHxev3b77gLhKAqAEfQapxdJ6vX+oNHKmTuR0fQc7pxlHCiymRsnbzzmn27rQvP1Xc0CY16iLdBH91RLQdZg/DgA8GvVx8Cgmk7lIPt/CkYoi+9RvFaXlVY5rkwb0iY4Iy8pMu/BsfVREaFhIEJ8PwHOMGpoiltbr4+OiA/x9t+UXkMcBSheXrhFL6/WNtU1hcfZTRoS3Stz2bbTk/WoWjWHn6FqurzliW/CmISpRnThKE5NMToeeRh4HAIpHfRzcWKPBVFRS5kjfHOdbELy9tTER+sT+MeNHpsdE6UUMF6EPUamI3wC0YUhqwpbtey6dcboEwB35Bnrd/n9tD1MtcwxxPTaqK91v27rQLJb6Sm+nPG7LfLN/qFdsito3iP0KdBfyOABQPOrj4DbqGwyHDpfJc70VN19W19TLVwUG+MVEhqUnx0dHhjWf+TQ0NDhQAoCOyRiUsGpDbklpZVREqATAk9z4qn/VYVt9VZPO95j1FYd+y+n0raai+/nVxobqJhHJ/eV/QS3X1xyx6Xy9fALZ98ZvmD8OADwa9XFQqKqaOnvoVlIun/NUNOoaGuWr9KFB0RFho4YOio6wn3shNkrv5+sjAcCpSkvuL46atubvjYoYIQHwMCHRqpBo55WJozSXPOFXV2EbMPyYYMRY3yTCOMl+ygjnQawrPzWt/doYGO511fP+MUkMcQXzxwGAZ6M+Dq5P7KtUVNU0h25lzSc8rRSNRoNJaj4HYlR4qEjfkscOjYqwN0QAp9OyiwKgK3nrtCmJfbfmF5wxkTwOgF1YH5XTyVtlFpM05hJvkdPFtppUrrzQKi5ry5r8Q47Z/T64zfLlk41RiarM6brU0zhpOzqEnV0AUDzq4+BqxHvySHnV4eaSt+Lmqd+KSytMJvtUyvKkb9GRoUMGDWDSNwA9KWPQgK9+WGY0mUU2JwHAcfiHep1zd9tV+T4BXsFRKrOhKSjimCCvsqip5ohNLP2HOGcs381uDAhT9U1XJ40lfsExeEMAgOJRH4feZbXaSkrtJW+/nXihtFJcWqz2L5DlSd/6x0WNyUxl0jcAvSslsa/4tmD3vkPpyfESAJy8S57wa3N9eeHRU0a0moouZ559NED0QJHHHXO6iYIcq6HOFpWobrNGD0rB/HEA4NGoj0NPMlssv033dnTqtyPllTab/U0oT/o2aGC/SWOHMukbAFfTJzpcq9HsO3iYPA5A15p8k/fI83V1lbaw2GPCNcepXfV9nUO39XONeb/ahw788YOAyITfB8Ya6poaa5tCYwjplIH54wDAo1Efh+5jNJrtVW+llfYTnjYPPi2vrBY7HmqVKjI8NDoyNDMjSURvTPoGwPWJP5f946L2FZZIANDVAsO9AsOd55sLCPO6fJZfXWWTPs45Xys/+FtU1zKMk+x1c5bPH2vQ+Upn3ukrMj4J7ov9ZgBQPOrj0FUaGo1F8vkWjk79VlldKzXPgy6HbuNHDY6JtEdvkfpQJn0DoDjxfaPXbtwuAUCP8AnwSj297Qkrp97qc2i7tabU5rReLqkzNUraVlncP2fWRPRXJYzUnHYd4w/cAXkcACge9XE4NTW1DfaqN3v6Vl7UPPK0pq5BrA/w922e6y0sPSVePuVCWAiTvgFwB/FxUQuXZ4tvGpjLEkDvSh6nEUvr9eF9VUlZmpI9trBjS+qqS2z1lU31lVa11nnPf+WnxqpiW78MzaDTtFpvCT2J+eMAwKNRH4eOKymrXL0hd39hycGi0rqGRrEmLCQoOjK0X5+oUUNTRAbXJzqcSd8AuKv4vtHiUvwbSB4HwDWlnq5ts6SuobopQO9VV94U3s95VOyOFZYDWy3rvzVd8oTf4KmcP7pHMX8cAHg06uPQEYXFpd/+vGLbjn2inZrU75wpowfG94mJ0jPpGwDPER4W7OujE3ncsPSBEgAoR0yy+s9zgwy1TaZG5wCo7KBVbiSNZadOSXi1AEDxqI/DCf3vl5U/LVk3eNCAu264IDmxLxkcAI+V2D+2qKRcAgAF8gn0EovTyj99Enhgs7V4l8Xbjy/plYTdcQBQPOrj0A6r1fb6h//L27VvxhlZM84YKwGAZ4uNCs/btV8CAHfhG+iVMkEjFqf16781DZqgCQxXSeg2nTkQ44UBAMWjPg7teOe/P+zef+iuGy8kjAMAITQksKS0UgIAt7b6c+MPLzZ+9tcGCd2pMwdi5HEAoHjUx+F4Vq7ftil39/WXnJWeHC8BACRJHxpktljqGwwSALgps1Fa/olRNA7lWzf8zyTBJZHHAYDiUR+HNlks1q9/XN6vT2RmRpIEAGgmn1m1rKJaAgA3pfWWLnvKLzJBfemTfiNn6iS4JOaPAwDFoz4ObdqwZUdDo+Hy82ZKAICj9KFB4rK8sqZ/XJQEAG4qfpjmjx8ESOhmnTkQI48DAMWjPg5t2rhtd3pyfGJ8rAQAOMrP11un1VAfBwDoPOaPAwCPRn0c2rR736FhgwdKAIBjhetDyirJ4wAAvYn6OABQPOrj0FpdfWN9gyEowE8CABwrwM+nrq5RAgCg95DHAYDiUR+H1qpq6sRlIHkcALTirdMaTWYJANxdxSFbzRH7N/fRSSqfAA4Zuh7zxwGAR6M+Dq3V1DaIS+rjAKA1b29ddU29BADuLvt708r/GkXjupf8E0aQ/3S9zhyI8XoAgOJRH4fWTGZ76YdOq5UAAMfy1mlN1McB8AAq9W+HCVb+zXM95HEAoHjUxwEA0HGMVwXgIUJjvOKH2WMf3yAJroY8DgAUj/o4AAA6jjwOgIfInKETi4Ruw/xxAODRqI8DAKDjdORxAICuwPxxAODRqI/zZDv2HHzpna+Od+2Dz7zVeqW3t/aJ+64PCwmUAMAjMX8cAKDXqSQAgMJRH+fJUhL7jhySfFI3OX/aOMI4AJ5Mq1FbrFYJAIDeQx4HAIpHfZyHu+jc07y9O3oe1f5xUZPHDZcAAAAAdE5nDsTI4wBA8aiP83BhIYHnTxvXwc5XXjBFpSLABQAAcH8580wf3F0vlsI8i4Ru0JkDMfI4AFA86uMwedzwqIjQE3bLykyLj4uWAAAA4AEqi5v2bbKIpbFGgqshjwMAxaM+DiqV11UXTG2/T4Cf7yXTT5MAAAAA9Gnp8uEAABAASURBVDbOrwoAikd9HKTmEztkZaatyck7XoeLzp0Y4O8rAQAAwDNMvcVbLBK6DfPHAYBHoz4Oskumnxbg13bi1j8uatzIdAkAAABAF2H+OADwaNTHQRbg73v+mW2c2EG8Q668YIoEAAAAwDWQxwGA4lEfB4cJozP6x0U5rZw8bhincQAAAABcB3kcACge9XFwUKnspXAt3xIBfm0XzQEAAADoDOaPAwCPRn0cWoqPi54wOsPx40XnTvTx1kkAAADwMJVFtn0brWJprOF4oVswfxwAeDTq4+Bk5pnj5BM7JCfEcRoHAAAAz5Tzg/mDe+rEUphnleBiyOMAQPGoj4OTAH/fi86dqFGrr7pwqgQAAADAxWgkAIDCUR+H1saNTPfWaaMjwiQAAAB4pIQRGrXGRzTC4ijG6hadORAjjwMAxaM+Dm0aMSRZAgAAgKcakKkWi4Ru05kDMfI4AFA8T6iPa/NPndMDb92n8x2c+vTWZpzsdvbWZihlO6UTvazUnAIAAKBbkccBgOK5d31cy0fXsi0Sk9YP/KQ6nPDXtXknJ+zAdvbudnZ+M5yuJZsDAABAlyOPAwDFc9e8QM5EHJfHy1zkh99OItNVHdrpc8IOLrIZbGfrDtJx6uPka+VsjkgOAAAArTF/HAB4NLesj3PEcKvXbqyqqW2ZyskRyZiRQ4ODAuQ/gfk79x4oLHbcUO6QmpLYt0+01Pxnsuhw6ba8nU4dYmMiB6cmyR3q6htWr9vk+C3y3fr5+ozPypSO/qFd9Osaq9XasoNonDllvKPDho3bKiqrnX7LyOGDw0KD5Q679uwv2F/o1CEpsf+A/nHynZSUlm/emu/UITJCPyxjkNyh0WBcsTrbaTt9vHUTx410bMavK9cbjSan7Txt/CjRTf5x09b8I6XlTr9l+JDUiPAw+U7ERopNdeqQEN93YEI/uUN5RVXO5ryWmyEuxcMUD1buYLZYli5f57SdGo1m8sTRju1csTqnobHRaTvFE+7v5yv/uDV3Z3FJqdNmZKQlx0RHyHdy4GBx/q69Th3Eiy5eerlDVVXN+o3bnDYjKDBgzMghjs1YsGSV4xPk6NO/b6y4E9FWqVREcgAAAGhTZw7EyOMAQPHcuD7OZrOt3bB5/8Gi1tempgwMCPAXvUR72/bd6zZsduoQ4O8fEx3Z/OQ0HTxUsnDJKqcOmUPTByUnyh1q6uoXLF7p1EEEYVmjh8vbIv5btHS1xWJx6jNh7Ehvb53cYX32Vkfc5jAgvm9wcJDcYceufctWrnPqoFar+8bFyptRVFzaejvTBiUNTkuWOzQ0GltvpwiYxmWNcGznr8vXiXjRqc+oEUO1Wq3cYdOW7Xn5u506xMZEhYWFyneye8+B1pthO60pvn+cvBml5VWtNyMxod+wIWlyB5PJ0rqDt04nYkHHdooAtLSs3KnP0IxUHx8fucPWvJ1iU5066ENDIyL08m/Zd7Co9XZmjR6WNHCA3KGypq71ZsTFRo/MzHBsRusOgQH+vj7eIicVL434kUgOAAAo1KJ3jMvnGETj6tn+SVnkP67Fyy2rKgDA7dmamc1mo9FYVFQUHh6u1+sldyH/bZIf4ytvfHSgsPjiC87Rhwa37NMnNro5CLMrLauora1zupPw8DARVMnt2rq60tIKpw4idhHJjtw2mcyFh4qdOmh1OrnCTlawr1AkhE59Egb0c7SLiksMBqNTB5EJ+vr6yO3yiqrq6hqnDqGhIaEhQXK7vq6hpLTMqYO/v19UZLjjx70FB5w6qNWa/v1iHT/uO3DI1lzHd7ztPHyktKG+0amD+BXiF8ntyqqaysoqpw4hIcFhR1+ChkbD4cNHnDqIhykebDvbKYKt+OZKQJl4WS1ms1OfuD4xOp1Wbh85Ul5XX+/UQYSkzTmsXXVNXXl5q5c1MDAiXA4WJfFyiBfFqYN424g3Tzvb6efrGxLsp2mmbuZ1lATALSxfu+WTuYvefO4+CQDcGnlcdxMHYg0N9i/C/ZqJ75V1Op1j77H92/J6AIDiuWVMIA9NtVqt8tdGIheLjoo4XueI8DB5rOXxBAYEiKWdDiIDaplYtWlAfFz7HWJjotrvoA8LEUs7HfwD/BICTrAZJ9zO+H592u8QHRnRfgeRDzoiwjb5+fqccDNO2KFfXEz7HSIj9ZFSeylzcFCAWNrp4OPjfQrbaTQYTCaD3HYMWZUAAACUJjTGK36YPfbxDZLQHZg/DgA8mrtWOsvjVQUJ6EEiBTaZ7BPwiR0s8fUmIwkAAIBCZc7QiUVCt+nMjqJKAgAonBvXxxGFoOfJeZy4lONg3ocAAADoctTHAYDiuXFYIB7auWdObGryCgsNkYDut27D5m+++2Xo4ORpk8dqtVrCOAAAAHQH8jgAUDz3ntwqJjpC5+2j0WgloKc4xkpTpwkAAIDj6cyBGONVAUDx3D4sYDZ99DA5j3NcSh7wKQMAAMDJ6swuIvVxAKB47h1XiUdHFIIeJtfEOdXHiUuiYQAAoCAFOdb9my2ikTFNq4+jHsu1kMcBgOK5ZVzlddQPv/xaVl512cUzwkKDJaCnMEwVAAAo3d5sy/I5BtHok6omj3M15HEAoHjuWrMjpyHFh8sOFZeYTCYJ6EEty+IkAAAAoJXOHIiRxwGA4rn3+VUlAAAAACcvc7o2caQ99olKpDiuWzB/HAB4NLesjyOJQ68YPXLowAFx5eWl0tFPFnPGAQAAhQqNVYXGSnBN5HEAoHjuGl0xgRd6izx3oQQAAAB0D/I4AFA89w4OiOTQ88RnSqVSebUgAQAAAMdi/jgA8GgkVkDXErtW4mMlIjkJAAAAOA7mjwMAj+bexTvnTJsgSaqw0BAJ6H7bd+xZtGRlfL/okcPTpWMHrlIlBwAAlKWyyFZdYg+MohJVvkHsybgW8jgAUDz3ro+LjYn09vHVaLQS0P1qa+sKiw6HhgQ41lB/CijOCYtbh6YPjIoI60gNrM1mkwBAsXJ+MC+fYxCNq2f7J2WR/7gWXg8AUDx3Ldth6i70IjmGaxnGiTbvRkARTvhRDQ0OFIsEAEDnMH8cAHg0967fIQFBz5M/U466GErkAACAEoXGeMUPs8c+vkESugPzxwGAR3PLxMpRHJezKa++0TguKzPA318CekTTsSQAAAAFypyhE4sEl8SJwwBA8dw7L8jZvH3xr6vr6hokoAcRwwEAAKD7UB8HAIrnriM6CUTQW+TPVOsp5AAAAACHzhyIUR8HAIrnlnlBd0QhU2beOOm86x3L9Mtvv/aOhx9/9tXc/N1SVzh8pGzWP984/+o7L7nh3k1b820221ffza+tq5e6R86WPPEoPvz0W+mUbNi07S+P//PsS2+95rYHN23bIe7qjfc+k05VYVHJwl9XS72kC5/qQSmJV1x0TmpyvHR0B4sZDAElmjZtmvjwzp49u/VVzz77rLjqhx9+kAAA6JzOHK2QxwGA4rl3fVzXRnJarSYjPVlewvVhVVU1y1ZtuPMvs159+2Op0x59+t+Llq3RabUx0RH6sJAX3/jwtXc+sVqskuspr6x65KmX1m/cFhUR3icmSmyz1AklpeXX3/HwltwdUi/pwqc6KDCgb1xMcFAAMRzgBv7+978XFBRIAAC4HsarAoDiufF4OvHQujYWCQsJfvW5R1uu2bw1/2/Pvvr19wvSU5OmTBwjnSqLxbKn4EByYvzbL/9dXtNQ3yi5qt17D5jNlktnnnXnH66S1yz9/kPpVBmNJuvRU5H2iq59qlUqldexJADK1NDQcNttt82fP18CAI+UM8+0Zb5ZNM643TsujfzHtVAfBwCK5955QXenjUMzBv394TtF4z/vfCIyNelUGU32fZ3IiDBJCUQYJy6jIsMltOJIgR2fLCI5QKFGjhy5YMGCzz//XAIAj1RZ3LRvk0UsjTUSukNn9hLJRwFA8dx7vvnMoakpyQkBAX5Stxk+JG1wWtK2vF1b83aKtlgz7aKbzzljoq+39w8Llum0urtuvWrKxDFGk+mb7xdmb8rN37VX/OmNiY6YMHr4dVdeIPr/+805c39YKBor1uRMOu/608eP2rxtR1W1fcfngmv/lNC/73uvPe30S7M35z7w2OwbrrzghqsudKz889/+uWHTtpalavN+XvL9L0v3FxZnpCZdecn0jVu2z/n8u68/fFkfFtry3u566Gmx/V9/9G99aIhj5dsffvnfr+a9+eKTg5IGtOx8012P7d1/UDRee+cTsdxz+7UpAxP++Oe/X37hOXfcdMXxHv7i5Wvnzlu4p+CASqWKjY48a+qEi8+bJjqLBy4evmh899MSsfz94bvEw3d6sA8+8a/CouJ7br/u3Y++OlBYrA8LnpA14prLzgsKDHD0qatv+M+7/83ZkldRWR2hDx0zYuidt1ylUavlay1W66df/bB05foDhUWB/gF9YiNvuvpC+cW64Jo/tf9Un5RDRYezN24NCfJLHhjvVB9HKgcoiPyBffPNN8eOHXvvvfeeddZZISEhx+tcU1Pz0EMPLV68uLCwsH///uecc87zzz+v0XCgBAA4AeaPAwCP5t4xwfChqVMnjQ3w95e6U9aIIeIyL3+PY83Grfmff/tzZITeYrOkpSRW1dT+4Z7H3/rg86rq2jMnjxMJ187d+97779xV6zaKzqNHZFxx8bmi0Tcu5trLzxeB1GUXnBXfr49Yc9kFZ593ziTplDz70tsv/OeD+obGc8+YKP7W3//o80uWr22z57TTxonLRb+uablywZKVMVERTmGcILZn0oTRojFq+GCxtSKMa32HTg9/wdJVT81+vWB/4cjhg0cOSz9wqPjVtz+WI0hx85nnThENEWCJe+sfF9vmFlbX1D3+j1f79ol+9IHbpk0e/833C+78yyzx0ORrRRh3yz2P/7Rwed/YmAunnxEY4C/u/IG/zbYdHQb70usf/t/HX9fV1589dUL/vjHbtu964G//3F2wX7I/w13wVDscKipZtXbjwUMljjWcXxVQrsGDB999992HDx9+9NFHj9entrZ2zJgxIrlLSUkRnfV6/Ysvvjh9+nRbrw7DB4AuMfUW7yeXBYslKYvvGFwOLwkAKJ675gU9OXtXaHCQuKyo+r2U/2Bh8ZMP3TVpwm+lXm9/9KVY8/C9fzh76kR5zYrV2Y/945X5S1aNGz187KhhQ9JTPvv6x/5xMTdfc7HcYffeA/sOHLrq4ukhIUHSyduxu+CXxSsHpyX9a9aD3jqdWCMCsjf+79M2O0+aOPrVdz5eumKdyKTkNbn5u0vLK29qUXznIAKvCH2Y6Dxm5NBLzj9TrMnbsdepj9PDf/zZV0VG9snbs+WKNvkEDr8sWiHuKi0lIcDf938/LhbBn+Oxt2ZPFaed/uDdN4n2aeNGimDu6RfeFKmciPDEmtfe/qS4pLTl0yvyvq+/X/D9T0tnTp8ibvvD/F+HDR708rOPyNcuXbH+yedfW7Bk9cAB/a+6ZEYnn+o2tT6dSJex2dMzAAAQAElEQVTPZgig+zg+wrNmzZo7d+7rr79+zTXXjB07tnXPP//5z/n5+R9//PHVV18tr/nLX/7ywgsvvPfee3/4wx8kAAC6B/VxAKB47p0R9EwkFxBgr79raPz9tABBQQGONEoYP3r47TdefsakcY4148YMV6tU5ZVVUveY98tScXnr9ZfJYZxw6fln9omJbLNzcFDA6JFD8nbsKTlSLq9Z9OtqcXnWGROlU+L08AWD0VhZWS23oyL0r7/w+AuzHpROxvVXznS0p56WpQ8LWbB0lWSfes/08+IVaSmJjjBOuOX6y0QC+MX/fnasqaqpratvkNsTxma++8pTf7j2EqnbiHcdlXGAG/D19X3jjTdE47bbbms9SajBYHj33XcnTZrkCOOEp556Kioq6uWXX5YAAGhXZ45TyOMAQPHcMjVwFMcVHy4tKDhoaj5bQvdpNBjEpY+3t2NNzLHnOkgfNPCKi87VqNXFJaXf/rDo0adfvuT6+6w2m7nbNmzH7n3iUqRUjjUqlSpl4IDj9T/z9OYhq8vtQ1bFW2Lx8nWD05JEcCadEqeHf9aU8Waz5aY/PfbIUy/O/WFhRVVVQnzfAP+TmNRPZJctN0a8sv3jYg8UFou73X/gkFiTkZrUsr+Pt0482EPFJQ2NBn8/3wljR9gr4G79yz9ffW/JirVms3nggP5abXeV+Ysn0GazNbUgAVCsM88887LLLtu6desLL7zgdFV+fr74sDvVzYkIb9SoUbm5ufX19RIAAMfH/HEA4NHcuz7uh1+WvfvRlxXdVoYmO1R8RFxGR/0eQum8dS071Dc0/uPFt8+48OYr//Dnl9/8qGB/4ajMdBGQSd2moaFRBF6OExrI9GHHnY98wthMHx/vpSvWSc0ni6iqrpEnlTs1Tg//4vPOfODOG4KCAlev3/zvN+dcdO09t9zz+K69+6UOC9eHOq3x9bWnnzW1tUdKK0QjNDTYqUNo8+DT8gr7S//4X+64/IKzGxsNP8z/9e/Pv37+VXeKZLC6pk7qHsRwgJv597//HRISMmvWrIKCgpbrCwsLxWVUVJRTf3lNSUmJBABA92D+OABQPHdNDXryca3L3iIuU1sUozn512vvL16+dkJW5uDUpFHDBycO6Cc2b8HS1dKpajNFNRgNjnZ4WGhhUYnFYml5jr/KquOerF50mzIx68cFvx4+UrZkxXq1SjX5tNFS1znv7MkzzpokNmnf/kPLVm9YsHTVA3+b/dUHL+u02o7cXI7VWpJjuOCgwLDmc8U6BsM6yA82JDhQXIrfcsfNV95y/aV79x3cu7/wu58Wi2Tw6Rfe/OdTf5a6gfzqtJ5CDoBCRUdHP/PMM3feeedtt902efJk6ejHXKyX2srd5DV6/SmWGAOAi6gsslWX2PdkohJVvkFMg+taqI8DAMVzy/q4noxCNmzatmP3vgh9qNOQyZYbs2x1dmR42NOP3nPFReeKME5qPqeBPKTxeHfb/uuiVdtTNoPJ5Fgjord9B4ocP8bG2Ksz8nbubbkZ+bv2tnOfZ062F8StXJuzeu2mrFFD5XMvdJ7JbJ79ynsfffqteER9+0RPHDfi0QdumzR+VE1NXe72XVLH3oEWq3VPwQHHjxVVVQX7CxPi+4oYMS7WPinelrydLfsbTaade/dFR4YHBvgXHCgU0dvyVdmic/LAAWdPnfjiM49ERerFCyefALELPwJ9YqPGjh7WJybCsYZzOADu4Y477hg/fvyCBQvmzp0rHf37MnDgQHG5cuXKlj0NBkN2dnZKSkpwcLAEAEqW84P5g3vqxFKYZ5XQDZg/DgA8mnvX73T3o9u1d/+/XvtANK659Px2/qCqvLzss8WZf58L/OMvv7dv3vHvWdtc19ZoNLZ5bd++MeJya+5OEVTJa/775TzH+QqEyRPt1W1vf/iF8Whm9828hYVF7Q2eGjo4JSpCP3eefX63aZPGS11Ep9Xm5u/+4n+/tDx5RV29/dwXkRHhcgfJfgRrav9+3nz/c8dk6h99+p144DPOmiTaIjeckJW5fefenxctd3R++4MvRN43qflJCA0KWvjr6s/m/uh4M4gYzmg0iwhVHjLc/lN9UvrERouN6dsnqsfO7QugZ4hP9JtvvqnVatevX+9YGRIScsUVVyxbtuyTTz5xrPzb3/5WXFx86aWXSgAAtKszhyqMVwUAxXPX1ECewKtrH11FVfWfHn7m9x8rqg8V2xOuc6adNnP6lOPdSmzDaeNGikjo0hvvmzA2MyQoaNO27dvydvl46+rrG493q8hI+0CnB594IXFAvycfutPp2pCgwKyRQ9ds2Hz5TfeLAGjLtp1HysqHDE7Zsm2H3GHU8MGTJ4xZsmLtzX96bMyIIQcKD2/cuj0qUl9ypNxpUrmW2zn5tDGfff2jj4/3hKzhUte58aoLn3z+tTv/POuMSePEC7Jj174Nm7bNPHeKfL7X4OBAEcktXbGu+Ejp1ZfMEI+rzTvZtC3/lnueGDEsLW/HHrFkpCWff85k+ar77rjuQGHxcy+/u3DpmoT4uC25O/J3FQxOSxK/1/5chQSJnt/9tOSevz47ND1FrFm6cn1Vdc3fH75Lvnn7T/XJ8mpBAuBGBg8efN99982ePbvlypdeeik/P/+aa675/PPP09PTV65cuXz58qlTpz766KMSAChcwgiNWuMjGmFxFGO5HF4SAFA86uM6zmy2bM3d6VgqKqtHDc8Qsc5Dd9/c/g3vuf3asaOGigxo3s9Lv/rfz77e3s8+cd+oERlFh4+UH+dcExefd6aIhw4eOtxynGZLj9x364SxIyqrahb9uiYuLurV2Y8mJ/Rv2eFvf7n9ohlnWK22HxYsExnca7MfG9g8VNY/wP942zllgr2gbPLEMS1nneu8SRNG/enWq2vr6j/+4ru58xY2NdkeuPOGe2+/Tr5W5JJ33nxVk9S0a8/+srKK493Jv5/968CEfr8sXtnYaLzjpite+sfDjmBRHxb63qtP33rdpQaj4bufl6hUXuIJF/29db+dVkL0n37WJBFWzvn8u18WrYjvF/uvpx88ffwo+doTPtUnxastEgC38OSTTyYkJLRcEx0dvW7duhdeeKG+vv6NN95QqVRvvfXWL7/84uPjIwGAwg3IVE+60VssevI41+PFLMUAoES2Zmaz2Wg0FhcX65tJ7kL8bRKPzmKxmEymud8vqKisufSi6WGhnjWPz5GyChEDRRx7WtI7/zKrrKLy8/978Xi3Wvjr6qdfePPf/3hkaMYgyWU8+MS/1uVsWfjte8er7HMdh4oOZ2/cGhzomzww3t/fXxyQ63Q6rVYrDtEJ5gClUHfdPzVWKzMuAQCOSxyIia9zRMOvmbzrKP4MdWS/kYgUABTPvb9ZOWfaxJuvv9TTwjhh9bpNl95w73c/LXGsyc3fLZa05IHHu0lDo+GLuT/HxUa5VBinLIeKSlat3VhYdIToDQAAAO1j/jgA8GhuHBx4ckXSmJFDAvz9Xnz9gwW/rkpO6L9z7355xrrrrjy/deeCA4V/f/71+vqG0vLKB0809hYd0XSUBAAAAHQ18jgAUDx3jQzkJM5jI7noyPB/P/vIl9/+snX7rrnbF9lstqEZg+68+coB/eJad44Mt5/nITQk8I6brzx32mkSuoLjk0UqBwAAgK5FHgcAiueWcVXLqfQ9Ng1JHNDv4ftu6UhPfz/fn758S3JVs//+gKQojso4SuQAAIByLXrHuHyOQTSunu2flEX+0/U6cyDG/HEAoHjunRe8++HXjz310uGSUgnoKQxWBQAAwAkxfxwAeDR3Hc5JGoLeIn+mHCVyEgAAANClyOMAQPHcOC8gCkEP6xMbNXb0sKAAH8caTrQKAAAUauot3mKR4JLI4wBA8dwyLyCJQ6/oExvto9NUVpZ78rl9AaWz2Wztd9hdcGjd5vyrLpgqAQDQCcwfBwAezV2jKybwQq9oeS4RCYACNZ1IUUnZr6s3N3WABADA8TF/HAB4NPdODTgcQg/zaosEAAAAdB3q4wBA8Zg/DugqNbV1BwuLa2rrpaPBnAQAAAB0NerjAEDx3DgyEA/tpmsv9PH102i0EtD98nfs+ea7XzLSBkZHRchrHJ8vsjkAAKAsBTnW/ZstopExTauPox6r63Vm/5A8DgAUz72LyAhB0Lso0gQAAAq1N9uyfI5BNPqkqsnjukNndhR5PQBA8dw1sWLqLvQup9ncCeYAAADQVaiPAwDFc8uYQI7hyOPQKzjHIgAAcAOZ07WJI+2xT1QixVguhzwOABTPjevjxOWP85eVllVedvGMsNBgCegRxHAAAMANhMaqQmMldB/mjwMAj+beqUFRcemh4hKTySQBPUXsWjnyOFI5AAAAtKkzO4rkcQCgeO5aH0cagp4XGBgQFxsdGOAnAQAAAN2GPA4AFM8tEytHGMf8cehJqSmJUeEhFRVljrkLeQcCAACgy5HHAYDiuXF9HHN4oVdwbl8AAACcEPPHAYBHI7ECupBXWyQAAAClWfSOcfkcg2hcPds/KYv8p+sxfxwAeDTCAqBrOUaq8uECAABAdyCPAwDFc+/6uHOmTfDyUoeFhkhA91u3YfM33/2SkTbwjElZ8hpHJEc2BwAAlCU0xit+mD328Q2S4GrI4wBA8dw1JpCrk/rERum8fTQa7ep1G+vqG5z6jB09LMDfX27nbt9VdPiIU4e0QQP7xETJ7YOHDufv3OPUIS42KjVloNyuqa1bu2GzU4eggIAxo4Y6fly4ZGXr+HPa5PGO9voNm6tq65w6jMocEhIcKLfzd+49eKjYqUPywAH9+8bK7eLDR7Zt3+XUISYyYnB6styub2hctTbHqYOfr8/4rBGOH39dvtZksTj1mTRhjFb725/+nM255RVVTh2GD0kL14fK7T0FB/buO+jUITG+X8KAvnK7tKxi09btTh0i9KHDhqTJbZPJ/OvKdU4ddFrt6RNGO35csXpDo8Ho1GdC1ghfXx+5vWXbjpLSMqcOQ9JToiLD5fa+A4d27dnn1EE8meIplduVVTUbNm516hASHDQqM8Px44IlK+VGUdFhx0oCOAAAoGiZM3RikdBtmD8OADyaW9bHOQYMqlQqo8FQb6lbtmJdZVW1U7eIsMCwkCC587r1G3fs3ufUwWYxWU2NcoetebuWrXKOsdIGJQb4auX2kdLyRUdzGYdwfUhs1O/VeQtbdRCSB8Q6xjauWL2+pLTCqUNwgE90pF7ukLNx85Zc57jN0FDvZTPJHfJ37Vv061qnDgMT+gYHesvtqura1tsZGODXLzbc8eOipatMZrNTn/59Iny8dfJvWbV6Q2FRiVMHP291Q59oucPGjVs3bMpz6lCbWaVV2+T2vgNFrTejX1y0PuS3hLShwdC6g4+Pd0K/KMePS5etaR2zxkSEBAX6y5uxdn3OngLnWFAl2YyNfeUOmzfnr17vnKIOHZziq1PJ7eKS0tabER0ZHh3+2zfFFqvVqQMjVQEANt1TywAAEABJREFUAHBCzB8HAB7NjevjVM3MZrPJZMxISxTBjdVqtdls8nlXRQeTsbG62ianJ9FRoTqdWv6jKF+Kld46dXV1ldzB389b3Injr6Z8D/rQwKqqSrmDzWYRHRw3ly/9/XzlDvIdDkkfKDbAcQ/yypqaakeHAf1iIsJDRMNxcljRtlpMjs3QhwY5NsPRwd9P5+jgo1O33s7Q4N+302Qytd5OEbS13M7kxL7VdfXBgf4tf0t9Xa3RoJbvpF9cZGhIgHT0PLZyB6nJ6tiMkGD/1tsZGODr2AyNWnLaDLFS/EbHZlgs1tbbqdVoWm5nysC+RpPZ6ekyGhqqbWb5t8RG6/18dU7bqdN4ObYzMKCNlzUsxN+xnU02a+vtdHpZRQdHW61W94mJFG88p1ROvqEEAAAAdJoXZ+UDACWyNRNBldFoLCoqCg8P1+v1kruQkxfxAEX61hzGmYzNREP86IjkvFpoeUNHcCMdLXQS2Ur7HVrfiSN0O+UOLX+LU7jTA9tZVVNXcKA4PTlerVY5Yqyuerq64/lsahG3dfl2Ss0fmfa3UzoaAYs8TqvV+vj4eHt765qpm0mMYAXcxfK1Wz6Zu+jN5+6TAADoBHEg1tBgH+rh10zsQMq7jk47mW2iPg4AFM/9MgL5EYlkRKQn4u+ZRqORYxSxRrTlPM7RU4665B9PGA91voPcRw53Wm5w681wbGSvbGdtvbG+0SQSJceEcR3cjK7dztZP1yk/n936dElHq+fkkkxNM7ndsg8AAADg0Jm9RPI4AFC8JvetdJaLlZqOlk2JtsViaTletXWk0mbsclJ1Uh3Jj1r+ls536I7tVGtqRSTn4+vrrdN2fDulo6V87W/GyW5n1z5dXi3mFuzC7ZSOjkgVNEe1fDa8SOUAAICi5MwzbZlvn1D4jNu949LIf7peE/PHAYAnc8uYwPGg5GIlrxYDCdsMoRw3bDPn6tYO8ka23Gb5Kqf6uB7eTvG01dnr43x8fXS9uBkd7NDrT1fLLZHXy4WZHRxuAAAA4IIqi5v2bbKIRmONtwQXQx4HAIrX5L71cV5Hxy16Hc3jWlY5eR2tk/I6tpBKahGstN+h5bVeraqxHB06+Vs6vhknzI86vp3iyWo0mHVanY+PjytvZy8+n63vxNHZ6+i5RBxDViUAAACg65DHAYDiuWtY4NV8zk350cllSvLY1TbTH4fWuYx07FPU5R06uBk9vJ0iTzKaLRqtnStvZ8urenczpLbivNbxIgAAgFJMvcVbLBK6TWd2EcnjAEDxmty6Ps7Rdkwk5/R4W/8VdIUOvb4ZXl4qi9UmD7o85TvpsQ6uthnO4SZhHAAAAFrpzIEYeRwAKJ7bhwXyA3TUyp3w8bpCB1fYDJutyevYcxqcwp1IHvN0tdmHJA4AAADdgTwOABTPjevjWiIZOSlereZHAwAAAOAiyOMAQPEIXAAAAACghzF/HAB4NA+pjwMAAADQcZVFtuoS+5FCVKLKN4iv8Lse88cBgEejPg4AAACAk5wfzMvnGETj6tn+SVnkP66F1wMAFI/6OAAAAABQEPI4AFA86uMAAAAAOEkYoVFrfEQjLE4loRswfxwAeDTq4wAAAAA4GZCpFouEbsP8cQDg0aiPAwAAAAAFIY8DAMWjPg6tadT270KtNqsEAAAAwMWQxwGA4lEfh9Z0OvufeKPJLAEAAADoBswfBwAejfo4tKbTaSXyOAAAAKDbMH8cAHg06uPQmo9OJy6NRvI4AAAAD5Uzz7Rlvn1v8IzbvePSyH9cC68HACge9XFoTa6PM5ktEgAAADxSZXHTvk32vcHGGm8JLoY8DgAUj/o4tOYt53GMVwWAVswWq0ajlgAA6BzmjwMAj0Z9HFrz9/MR+wfVtfUSAOBY5ZU1+tAgCQDc3dRbvMUiodswfxwAeDTq49CmqIjQ0vIqCQBwrLKK6rCQQAkAgN6jkgAACkd9HNoUoQ85UlYpAQCOJfI4fWiwBABA7yGPAwDFoz4ObYoUeRz1cQDQSklpJfVxAIDO68yBGHkcACge9XFoU4Q+pLS82mazSQCAo+rqGy1WK/PHAQA6j/njAMCjUR+HNsXFhItdhEOHy/rGRkoAgGabcnerVF6pSf0lAHB3BTnW/ZstopExTauPox7LtZDHAYDiUR+HNg3oG61SqXbvKyKPAwCZ1Wb7cfHarMy0oAA/CQDc3d5sy/I5BtHok6omj3M1vB4AoHjUx6FNarU6vm/0nn2HJABAs3Ub8yuqas88faQEAECndeZAjPo4AFA86uNwPIn9YtZtypcAAM1/Ln9cvDYtuX90RJgEAB4gc7o2caQ99olKpBirW3TmQIyXBAAUj/o4HE9C/9jq2vqyimoJADzenK8XlJZXnXkaxXEAPEVorCp+uFosvkEcL7gc8jgAUDzq43A8SQP6iMvd+4okAPBs//120aoNuVMnZA4a2E8CAKC3kccBgOJRH4fjCfD37RsbuTV/rwQAHkyEccvWbDkta8ilM06XAADoIp05ECOPAwDFoz4O7Rg5JHlL3h6D0SQBgEf6ct6vIowbNzL9qgumSgAAdB3mjwMAj0Z9HNoxaliK2WLdlLtHAgBPIo6RsrfsfP71z8TlzVecc90lZ0oAALgMzq8KAIpHfRzaERYSlNA/dt3G7VmZqRIAeACTybxi/bbFKzdWVddNO23EOZNH63RaCQA8z6J3jMvnGETj6tn+SVnkP66F1wMAFI/6OLTvtDEZH3zxS0VVjcjmJABwX7sKCtfkbF+/eYeI5Ab0i7n24mkpiX0lAABcD3kcACge9XFo34ghyZ/9b8nilZsumX6aBABup6KqdtWGbas25IqG+HHwoAGTxw1LT46XAMCzhcZ4xQ+zxz6+fCfresjjAEDxqI9D+7QazcQxQ5av3TLzrHGiLQGAWzCazNlbdq7Jydu5t1D82Dc2YuqEzDHDUwP8fSUAgCRlztCJRUK36cyBGDvlAKB41MfhhCaPG7pg2YY1Odsnjs6QAEDJxB+9/D0H1mTnbdy2y2S2BAX6TZs4Ytyo9JhIvQQAQA/qzIEYeRwAKB71cTihsJCgtKT+i1fkkMcBUK4jZVWrsnPX5myvrK7VaNTD0gdmZaalJ/fn7yAAQHHI4wBA8aiPQ0ecO3XMC29+sXX73ozUBAkAlKPRYFy/aceanLy9B4rFjwPj+0yfOmbk0BQfbwZhAQCUijwOABSPugB0hDiCHTxowFc/LEtPGaBS8Z4B4OpstqbcnftWZ+duydtrsVrDw4JnnDF27Ig0fSjTkgMAXALzxwGAR6M+Dh10yfTT/v7ih6s2bJvAqFUALqz4SPnK9bnrNm6vqWvw8daNyUzNykxNGhAnAQBORs4805b5ZtE443bvuDTyn67H/HEA4NGoj0MHRUeEjRme9r/5q8YMT9Vq2QcA4FrqGwxrcvLEcrCoVPxpS03qNzYzbdjggZwYGgBOTWVx075NFtForPGW4GL42wYAikd9HDpu5lnj1m3Kn79sw/SpWRIAuACL1bpl+97V2Xm5OwpstqbY6PCLzpmYNSItKMBPAgDATZHHAYDiUR+HjgsNDpw6IfOXpesnjR3m7+cjAUDvKThQvCZn+/rNOxoaDQH+vuLfpTGZqf37REkAgK6QOV2bONIe+0QlqiR0A+aPAwCPRn0cTso5k0evWLf1y3m/3nDZWRIA9Ljq2vrV2fZxqYePVKjVqiGpCWNHpKenxKtVHC4CQFcKjVWFxkroPswfBwAejfo4nBQ/X++Lz5348TcLx41MT05gfnQAPcRssWzctnt1dm7+7gPi+GVAv5grL5gyetggXx9mNQIAeBzyOABQPOrjcLImjM5YuX7bh1/+8uQD1zNROoDutqugcE3O9uwtOw1GU1hI4NmTRo8dkR4ZHiIBAOCp2AUHAMWjPg6n4IbLzv77Sx/+sHDNBWdPkACgG1RU1a7asE0kcWUV1d467fDBSWNHpCUn9OWvFgDAPTB/HAB4NOrjcAqiIkLPnTLmh0VrRw9PjY3SSwDQRYxG84YtO0QMt6ugUByniABuxhlZmRnJOi2HHgDQoyqLbNUl9iOFqESVbxBfhnQ95o8DAI9GfRxOzTmTx6zblP/+5z//9U9X8S4C0EnimCR/98HV2bmbcnebzBYR+s88a/zYEWkhQQESAKA35PxgXj7HIBpXz/ZPyiL/cS28HgCgeNTH4dSo1aobLjt79uufLV29efK4YRIAnJIjZVWrsnPX5uRVVtf5+fqMHZGelZk6oF+MBAAAjoM8DgAUj8omnLKEfjETRmd8+/OKERlJQYH+EgB0WKPBuG5T/pqc7QUHitUqVXpK/GXnTR6SmiCyfgkA4AISRmjUGh/RCIvjX+ZuwfxxAODRqI9DZ1x87sTNeXs+/mbhH6+fKQHAidhsTbk7ClZn523ZvtditfbvE3XZeZPGDE/19/ORAACuZECmWiwSug3zxwGAR6M+Dp3h6+N9+XmT3v30x43bdg8fPFACgOMoPlK+Yt22dZvya+sagoP8p0wYPn7k4KiIUAkAAJwk8jgAUDzq49BJI4emrNyw7b/fLkpN6ufjrZMAoIW6+sY1OXlrcrYXFpdqNZphgweOzUwT/1zwbRAAAKeMPA4AFI8jInTedZec+fg/35/704orL5giAYAkWazWLXl7V2fn5u7cZ7M1JQ2Iu/biaSOHpHh7ayUAAMD8cQDg4aiPQ+eFBgfOPGv8Vz8sG5OZmsBZEQHPVnCgeE3O9vWbdzQ0GiL0wedOGTNu5OCwkEAJAAC0wPxxAODRqI9Dl5gyfvjajfkffPHzE/ddz+kRAQ9UXVu/ekOuSOIOl1b4+uhGDEnJykwdGN9HAgAoU84805b5ZtE443bvuDTyH9fC6wEAikd9HLqESqW68fKzZ70855df1587ZYwEwDOYLZacrbvWZOfl7zkgvuJJT+4/44ysYekDNRpOyQcAylZZ3LRvk0U0Gmu8JbgY8jgAUDzq49BVYqP0Z0zI/HHR2tHDBoWHBUsA3Jf4KmdXQeGanLzsrTuNRnNcTMRF5542NjMtwN9XAgAAHdCZAzEvqioAQIlszcxms9FoLCoqCg8P1+v1EtBpJrPl8X++H6EPfuC2yyQA7qi8smZ1dp5I4soqqoMC/EYNG5SVmdo3NlICAAAnQxyINTQ0iIZfMx8fH51Op1arvZq1f1vq4wBA8aiPQxfSaTXXXXLmK+99s2pD7riR6ZKitPMtIx8TwGg0b9iyQ8RwuwoOadTqIWkJl58/OT05XqXi0wEAQE8jjwMAxaPSGV0rLbn/yKEpX3y/dEhqgoJGrskfBHFZWdSk1jYFhtsjBjmGE5diPZEcPJN48+fvPrg6O3fjtt1miyWxf+xVF04dPWyQj7dOAgAAvYQ8DgAUj5QBXe6K8yc/ll8gIrmbrjhHcnmOJE6oKLJ+dI9Bpfa69mVtUIRKHiygUqmI5OCBjpRVrdqwbU3O9qqaurCQoGmnjdUSP7YAABAASURBVBg3Mp2pIQEA6Cqd2bckjwMAxaM+Dl0uwN/3kumnffzNwgmjM5IT4iQX5gjjbDZbxSHbR/ca6srFmqaP7zNd8U9VcKRahHHiWjmSk8iv4QEaDca1G/PX5OTtO3jY21s7IiM5KzMtaUAc730AALpWZw7EOJ8DAChSy/M5FBcX65tJQJd6/j+f1tQ1PHH/9Tqti36B1zKMKy+0zrlPhHG/XxscJV3+vFdQpEp9lNdREuB2rDZb7o59q7Nzt2zfKz4RgxL7ZY1IGz44yWU/vwCA7laQY92/2SIaGdO0+jiVhK7G+RwAwKPxzQq6yQ2XnT3r5TnzFq6+6JyJkutpGcaVHbR8fL9JDuNColQWc1NdRVN1ifTZg7ZLnrWERP22w6NqJlElB/ey/1DJuo356zbl19Y1xETqz5s2buyItOBAfwkA4Nn2ZluWzzGIRp9UNXmcqyGPAwDFI1lAN4mKCD178qgfFq3NykyLjXKtAsxjKuMOmT++39w8TFUKjlBdNSvIZpM+/mtNXYWt5ojXFw+pLn3OHBLVpNVqNRr7ng+RHNxDdW392pztazZuLzpc5u/nM2rYoKzM1Pi4aAkAAPSIzuxPMl4VABSp5XjVoqKi8PBwxquiO1ittr+/9KG3TvfXP13lOgGWUxg3597fwrigCNU1zwQFhtvjtuojNjmSE+2A8KZLnrWERmvlSE6ukmPgKhTKYrFuyt29Ojsvb9d+8UYekpogEvOhaYkSAADHYrxqd+vMeFXyOABQJOaPQ4/Ze6B49uufXTrj9KkTMiUX0F4Y94+gQP3v+5pOkdylz1lDojREclCuPfuK1uTkbdiyo9Fgiu8bLWK4McMH+fp4SwAAoDcwfxwAeDS+WUG3SugXM3F0xrc/r8jMSAoNDpR6ldOccXPuM9ZX2Pd1QqNVV846JowTgiPtCZ0cydWVeX35sPrS5ywhUfarGLgKBamoql2dnbsmZ3tpeVVocMDpY4eNG5EeGR4iAQAAxaI+DgAUifo49KRGg/HxFz6Iiwm/5+aLpd7T8cq4lqqP2P77t5qaUqrkoDBGkzl7y841OXk79xbqtJrhg5OyRqQNSuzL2xUAABchDsTq6+slxqsCgOdg/jj0sA1bdr773x9uvXpGZkaS1BtOLYyT1ZbbB64SyUERxDt9x54Dq7PzNubuNpnMyQlxWZlpI4Yke+u0EgAAcCWMVwUAj0aOgB4wckjyyvVbP/3f4rTk/j7eOqlndSaME0QHeeCqiOQYuAqXdaSsalV27tqc7ZXVtRH6kLNOHzl2RHpYSC8PEgcAAN2B+jgAUCTq49DzREbw+D/fzxqRfvWFU6Ue5DRn3Mf3m+Qwrs0549pBlRxcU6PBuG5T/pqc7QUHin19vEX2nZWZlhgfKwEA0DmL3jEun2MQjatn+ydlUY/V9aiPAwCPRoKAnhEaHDjzrPFf/bBs7Ii0hH4xUo9wqoz7+P7fKuNCok4ujJOokoOLsdpsuTv2rcnO27J9r2inJ/f/w1XTh6UlajRqCQAAKEFn9hvJ4wBA8ah0Ro+ZMn742o35H3zx8xP3Xa9Wn0QWdmqON0xVhHHXPBvsH3LSO0BEcnAFB4uOrMnZvm5Tfm1dQ1xMxMyzxo0dkR7g7ysBANClQmO84ofZ93B8gyR0h84ciDFeFQAUifOrorcUlZTPennOjDOypk/NkrpTl4dxDrXltk/+WlPdPHA1MMJ2ybM2Bq6iB9TVN67OyVubs72wuDQwwG/0sEFZmal9YyMlAACgTIxXBQCPxjcr6EmxUfozJmT+tHjdyCEpURGhUvfovjBOaq6Su/polVxtqerLh72okkP3sVism/L2rMnOzd25X61SDUlNmHnmuPSUASL4lQAAgKeiPg4AFIn6OPQik9ny+D/fDw0OeOjOK6Vu0K1hnAOnd0B327O/aE3O9g2bdzQajAn9YsZkpo4eNsjXx1sCAABuQRyI1dfXS6dUH0ceBwCKxPlV0bvydu5/5b1vrr142vhRg9vs8MZH391x3fnSyeuZME5GJIfuUFVTt2pD7pqcvCNlVaHBgVmZqWNHpEeGh0gAAMC9MF4VADwaeQF6Xlpy/5FDU76c9+vQtESneehnvTzn0OGy5IQ46eT1ZBgnyad3eCbok0ftc8nVlXl99YjqkmcZuIpTZDSZc7buWp2du3NvoU6nzRw88KoLpqYk9uPtAwAAWiOPAwDFo9IZveKK8yc/ll/w+XdLbr7yXHmNiOcWr8w55fdjD4dxssBw5pJDp4i37c69B0UMl7Ntt8lkFkn09ZeelZmR5K3TSgAA9KqCHOv+zRbRyJim1cepJLgS8jgAUDySAvSKAH/fS2ecPufrBWNHpKcl93/8hfePlFVJp6pXwjiZvUruaCRXV+b15cNqIjl0RFlF9cr129Zu3F5RVRsVHnr2pFHjRqaHBAVIAAC4hr3ZluVzDKLRJ1VNHtcdOrN/SB4HAIpHfRx6y/hRg1es2/rmnO9MZovTVWaLtcN305thnIxIDh3XaDCu37RjTU7e3gPFvj7eo4amjMlMTewfKwEAAA/TmQMx8jgAUDwyAvSisorq1mGcYG5rZZt6PYyTEcmhfTZbU+7Ofauzc7fk7bU12dKS42+5avrQ9ESNWi0BAOCSMqdrE0fad2OiEimOcznkcQCgeNTHoVe88dF3m/P2SJ3jImGcjEgObSo+Ur5i3bb1m/Jr6hriYiIuOHt8Vmaa02lMAABwQaGxqlAKuF0VeRwAKB7pAHrefU/+p9FgkjqnZRhXdtDy8f29GcbJiOTgUFffuCYnb03O9sLi0qAAv1HDBk0YPTgmUi8BAAA0Y/44APBo1MehJ/3rrS92FRw6YTez5QTjVZ3CuI/uMTY0nw2iF8M4GZGch7NYrZtz94gkLnfnPpWXakhawsyzxqcnx6tUvOIAAOAYzB8HAB6NXAA9o6qm7h+vflJT29CRzmZze+dzcNkwTkYk55n27i9ak7N9w5YdDY3GhP6xV8ycMmpoiq+PtwQAANDVyOMAQPGoj0PPCAkKmPWXm5at2bxgeXYHU7k2uXgYJyOS8xwiaF69IVckcSVllWEhgaePHTZ+ZHp4WLAEAIDCVRbZqkvs+11RiSrfIHZaXAt5HAAoHokAeoy3TjvttJGTxg1bsW7b/F83VFbXSidJEWGcjEjOvZnMlpytO1dn5+3ce1Cn1Q4fnHTVhVOTE/ryegIA3EbOD+blcwyicfVs/6Qs8p+ux/xxAODRqI9DD9NqNJPHDTttzJDV2bm//Lq+tLy6dR9LW/PHKSiMkxHJuR/xHhQBnIjhNm7bZTKbRQB3/aVnZWYk67TsFQMAgJPD/HEA4NHIAtAr1GrVhNEZ40YOXr85/6cl6w4fqWh5bevzOSgujJMRybmNsorqVc3jUiuqaqIiQs+eNGrsyPSQoAAJAAA3lTBCo9b4iEZYnEqCi/GiqgIAlMjWzGw2G43GoqKi8PBwvV4vAb1E7E5s3Lb7x8VrC4tL5TW+PrqXnryzZQdJgWGcQ225TY7kRDsgvOnS56whURqtVisiOVUzr2YSXI/BaFq3KV/EcHv3F/n5eo8cmpKVmZbQL0YCAADoHHEg1tBgn1XZr5mPj49Op1Or1R3ZM6Q+DgAUjxQAvU68CTMzksSyZftekcrtO3i45bVKD+OktqrkLn7GEhZrv6pllZzE59Fl2GxNeTv3rc7J25y3R7zx0pPjb716xpC0BI1aLQEAAHQF5o8DAI9GpTNcx5DUBLFs33Vg/q/r5TVuEMbJ2hy46hTJiX0y8UiJ5HpX8ZHyletz123aXlPb0Dc24sKzJ4wZnhrg7ysBAAB0qc4ciDFeFQAUqeV41eLiYn0zCXAxbhPGObQcuOoXah+4GhbrPHBVokquN9Q3GNbk5InlYFFpUKDfmGGp40alx0TyDyMAAOgunRmvSh4HAIrE/HFwfe4XxsmI5FyKxWrdsn3v6uy83B0F4skfmpY4NjMtLTlevA4SAABAdyKPAwCPQ30cXJy7hnEyIjlXsPdA8ZqcvA2bdzQ0GhP7x2Zlpo4aNsjHWycBAIBmOfNMW+abReOM273j0pivrOuJA7H6+nqJ8zkAgGfimxW4GvcO46Rj55JrqGQuuR5VVVO3Ots+LrWktDIsJGjyuOFjR6SFhwVLAADgWJXFTfs2WUSjscZbQjfozIEYeRwAKB4H/HApbh/GyYjkepjJbNm4bZdI4nbsOaDTajMzkq6+8IykAXE8uwAAQIkYrwoAisT8cXBNHhLGOTBwtbuJN9SugsLV2bk5W3eZzOaUxH5jR6QNH5yk0/KlMgAA6GXMHwcAHof54+CCPC2MkxHJdZOyiurV2XliqaiqiY4IG5OZOm5kenCgvwQAAOAamD8OADwa36zAFXhmGCcxcLWrGYym9Zvy12zcvmdfkZ+vz6ihKVmZqQP6xUgAAAAupjMHYtTHAYAiUR8Hl+KxYZwDVXKdJN48uTv3r8nO3ZS3p8nWlJ4SP3ZEekbqAI1aLQEAALgkxqsCgMdh/ji4DsI4GZHcqSk+Ur5qQ97ajXk1tQ19YyOzMlOzMtP8/XwkAAAA19aZPI7xqgCgeBzeoxcRxjkwcPWk1DcY1uTkrcnZfrDoSHCg/5jhaeNGpsVE8r0CAABdpiDHun+zRTQypmn1cSoJXa0zO3XkcQCgeFQ6o7cQxjkhkjshq9W2Zfve1dm5uTv2eam8hqUPnHnW+PTk/mSUAAB0ub3ZluVzDKLRJ1VNHtcdOnMgRh4HAIrHcSx6BWFcm4jkjqfgQPHajdvXbdrR0GhIjI+94oIpo4am+HjrJAAAAM9DHgcAikd9HHoeYVw7iORaqq6tX70hd83G7YePVOhDgyaPGzZuZLpoSAAAoJsljNCoNfYpWcMojnM9nM8BABSJ86uiFxHGdYSHn97BbLHkbN21Jjsvf88BnU47IiM5KzM1aUBfynkBAIDbEAdi9fX1EudXBQDPwflV0VsI4zrOAyM58e7YVXBwTc727K07TSbzoMR+WSPSMjOStBrGZAAAAHfD+VUBwKMxfxx6zPHCuLA+qqtmEcY586iBq+WVNas25K7JyRON6MiwcyaPGTsiLTjQXwIAAEAr5HEAoHhUOqNntBPGXfN0sG8wYVwb3D6SMxhNGzbvWJOzffe+Q/5+PqOGpmRlpsX3jZYAAABwfIxXBQBFYv449DDCuM5wv4Gr4p2Qt2v/6uy8zbl7xFti8KABY0ekZQxKUKuZLhoAAHgK5o8DAI/D/HHoSYRxnec2kVxJaeXK9dvWbtxeXVvfv0/UmMzUMcNT/f18JAAA4GIWvWNcPscgGlfP9k/KYnxk12P+OADwaMwfh25FGNcllD5wtb7BIDK4tTnb9x8qCQ7yFxnc+FGDoyJCJQAAAJw88jgAUDwqndF9COO6kBIjOavVtjV/7+rsvG35BWLzhqUnzjxrfGpSP74GAADA9YXGeMUPs+9j+AZJcDWMVwVXBLpXAAAQAElEQVQARWL+OPQAwrjuoJSBq/sKD6/J2b5+U359gyFpQJ8xw1NHDR3k7a2VAAAA0Kwz88dRHwcAisc3K+gOhHHdRK6S++9jNVUlrlglV11bvzo7b23O9uIj5eFhwZPHDR87Ik0fyrfqAAAAzjpzIEZ9HAAoEvVx6FaEcd2tvqrp40eqRSQnuUaVnNli2bht9+rs3PzdB7x1uhFDkscMT01OiJMAAABwHJ05nwN5HAAoEudXRfchjOsZLhLJ7dxbuHbj9uwtO40m06CB/caOSB8+eKBWwxAKAACAEyCPAwCPQ30cuglhXE/qxUiuvLJmdXbempy8sorqmEh9VmZq1oi04EB/CQAAAB3D/HEA4NH4ZgVdhTCuh/mHeF3zbLAcyfXMXHJGo3nDlh0ihttVcCjAz3fUsJQxmanxcdESAABwOwU51v2bLaKRMU2rj1NJ6GqdORAjjwMAxev18zDCPRDG9YqeieTEzbfvOrA6O3dT7h7x+g4eNOD2a8/LGJSgVrNrDgCA29qbbVk+xyAafVLV5HGuhjwOABSP+jh0HmFcL+rWSK6ktHLlhm1rN26vrqnvHxd10bkTxwwf5OfrIwEAAKD3MH8cACgS88ehCxHGuYKunUuuodGwdmP+mpy8/YUlwUH+Y4anjh85OCoiVAIAAB6jsshWXWLfzYtKVPkGsUfX9Tozfxx5HAAoEudXRVchjHMdnY/krFbb1vy9q7PztuUXiP7DBg8cOyItdWA/RrUDAAB0Oc6vCgAeh/o4dAnCOFdzypHc/sKSNTl56zftqGtoTBoQl5WZOnJIire3VgIAAED36Ewex/xxAKB4fLOCU0MY54JOdi65mrqGNdl5IokrKikPDwueNG7ouJGDw0ICJQAAALgw6uMAQJGoj0MnEca5shNWyVms1k3bdq/J2b599wFvnXbEkOSszLSkAX0kAAAA9BTmjwMAj8P8cegMwjjXd7xI7kBR6frNOzZu3d1oNA0a2HfciPRhgwdqNYx4AAAAzjifQ3djvCoAeDRmasdJIYxTBKeBq188pEq5fseO4p1HyqvDw4LPmjRyTGZacKC/xL8AAADgOHJ+MC+fYxCNq2f7J2WR/7gWXg8AUDwqndFxhHEK0jKSa6xSbX67f9qNlplnRffrEy0PXJVnkXPMJQcAAAClUEkAAIXjUBwdRBinOHIkFxJl32FravQp+DTN2xJsNpstFos8aN3xmkoAAADHCo3xih+mEYtvkITu0JkDMeaPAwBFYv44nCzCOOU64ekd5H1BonkAAICe1Jn546iPAwDF4yAcJ9QyjDuyjzBOYVpWyTVUen35sLqiyEKVHAAAgHKRxwGA4nEQjvY5hXFz7iWMUx4iOQAAAHdCHgcAikd9HNrROoxrrLGvJ4xTHCI5AAAAl9KZAzHyOABQPA6/cTyEcW6GSA4AAMB1dGanizwOABSP+ji0iTDOLRHJAQCADsqZZ/rg7nqxFOZZJLgY8jgAUDwOvNEaYZwbI5IDAAAdUVnctG+TRSzyfiBcCnkcACge9XFwQhjn9ojkAAAAel1nDsS82FEDACWSD7nF4bfRaCwqKgoPD9fr9RJAGOdJ6quaPn6kuqrEJtp+oU2XPmcNi9VotVqNRqNqJu8jEtkDAAB0B3Eg1tDQIBp+zXx8fHQ6nVqt9mrW/m2pjwMAxeNgGw6EcR6FKjkAAACFIo8DAMXjYBsywjgPRCQHAACgRORxAKB41MdBIozzYERyAAAAvaIzB2LkcQCgeBxmgzDOwxHJAQAA9LzO7FyRxwGA4lEf5+EI4yARyQEAgFYqi2z7NlrF0ljDDoDLIY8DAMXjANuTEcbBgUgOAAC0lPOD+YN76sRSmGeV4GLI4wBA8aiP81iEcXBCJAcAANBjmD8OADwah9ae6XhhXHhfdXeHcU/f8ebZ/W/Zt+NQ66venz1XXLXix2ypi1w8+O4HLp3dwc5/vealGQNvl7rTzJQ7H7v+5Q52LtpX+q8H3v/DpMcuTL3r1qmPvz3rC5PBLHUzIjkAACBLGKGZdKOPWMLiCH+6BfPHAYBHoz7OA7UTxl31TBCVca6gsKDkTzNmLfhqVVhUyIxrJvkH+n7z7oK/XDbb2GiSuhmRHAAAEAZkqifd6C0WPXmc6+ElAQDF46Da05wgjAsgjHMJ7z7zVX1t440PXTT78z/f/OglL337iGjv2Lzvk3/Pk7ofkRwAAIArI48DAMWjPs6jEMYpgsi7tq3dER4TesltZzlWXnr72d4+uk0rt0s9gkgOAACgW3XmQEwjAQAUjsNpz6HEMK6+tvG9577evDK/tLgyMi5s1KSMmx+5WK1ROzoUFpS8+8xXu7ftb6htjOkfcd71U86+fMLx7u2Vv8758ZNl0689/U9PX3PCX20ymH/45NfNK7dv37jXS6WKjY8YM3Xo5X88R77263fmv/P0l3NWz176/bq1izbvzT0ofvsFN02bdslYxz001Bu/eXv+ql9yqitqs6YNu+be81vev9Vi/frdBat+yinIPxQcHtAnPuqqP83IyEoWV1nM1j/941q1WiUWR3+VyisgxK+xwSD1FDmS+/iR6qoSmxzJXfqcJSzWfpVGo2neJJXYjxTvKGJ9AACAk8X8cQDg0TiQ9hBKDOMa6gz3zPzHDx//GpcQNfPGqUGhAd+8u+BvN75is/2277Jj0747z35q65odw8YNOufK04yNppcf/PCTl79v897++8o8Ecadeen4u2ZdfcJfXVNZf+8F/3jrqc+rK+rOuHjcoGED8jbsef/5b9Yv2day25N/eDVnWe70qydd8afp5SXV/3rgvdULN8tXiTjvocv/+fHL34VGBk+ZmZW/ce/9Fz9nsVgdt33z75+/9+zXddUNZ18xsd/AmC2rdzx89YsF+YXiKp235vTzRk04d0TL37Xkf+vKD1dlTkiXelAHq+QAAADQk6iPAwDF43Dac7hUGPfKI3O8fXVOKw8fLGv54zvPfFm45/CDL9885cIsec27z3z51dvz53++4uwrJ5pNlpcf+lCtUb34zcP9k+1VW9fcf/7f//CayN1OmzGq78Dolnf18+crPvrX/8T93Dv7+o5k0P/7YNHe7YUtf/WaRVuevOnVpd+tHTV5sKObiAif/eR+uZ0+MumBi59b9VP22DOGih9//HTZrq37L7ntrD/89RLx4w0W66zb3ijeXyp3bqg3fv/RkhGnpz/z0b3ymlW/bHzq1teXfrd+wKC41tsjYr4X7n9PHx1y1Z+mSz2r/So5x5NJsg8AgJtZ9I5x+Rx7Yf7Vs/2Tssh/XAv1cQCgeBxFe4Kmo0r3W12kMi4ve8/GFdudFkdcJTXXl/386fIhWSmOREy49v6ZIeFBc/9voWhvWb2jIL/wwj9Mk8M4wdfP+6aHL7Fabd9+sFBeI97dYhFh1quPzJl47ogH/nWjStWhxztqcsZtT1x++nmjHGtGT87QaNUVR6pbdjtt+khHO31koreP7sihCvnHX79bFxDke9U958k/qjXqmx6+2Om31FTU1dc2yu0xU4e88csT19x7XuuNWbd469O3vREWGfTcfx8IDg+UepxTldwXD6kqiiyCVTzXTCQHAABwSpg/DgA8GkfRnqOkwPzJAyY5jIvor77yqd4cpvrm/CfjU/o4rXx/9tzP//Oj3D6457B4c6ZmJrTs4O2rSxkSv3bxlsYG48G9h8WaQcOO6ZCU0U+kZgXbC+Ufxbv78IGy5+58WwRHAwbFtZyOrX2Dhg0Qi2iUHCzPWZ67cWV+/qY9FrPVZLK07BYSEdTyR79AH2Ojqfn3NuVvLBAb7+fv7bi2X1KMf6Dvbz39vSedP3rpd+tumfK38WdnDhs3aMTpg9usjBOB3fN3v+Pjq3v6w3v7JkZLvaRllVxjlerLh70ue96i7+MlYwo5AACAk9WZAzHyOABQPI6i3Z6jOE60bdajf/VdPoYtPVwptQq8HGsqj9SUF9k7hB7bQbyfo/roK1tUsZUVV8YNiKqprv/vq/MmzRwTGx8hdUBDvfGtpz5b8u1ak8Esfuw7MDpzYvqCL1c5dfPx9XZaI89t11hvFE94UJhzLVt4dKijff8LN0bF6b99b9H3Hy0Ri7ePbtSUjHuevS4wxK/lTbJ/zRWR3M1/vcRRBthbxD8VfsEqkcdJ9odpMxmtVqtKrVaLtpzKSQAAwI1MvcVbLBJcEuNVAUDxqI/zEOKFDouTrvinyifQ/oqXHrB++reaxlrXffXDwu1BW1VpjdN6eU1QWEBIZHMwd2wH8TArS6uDQgMca0Rg9/Sce2968CKL2fr6E59IHfPG45/88tmKsdOG3fbE5W/Of/KdRbPuefZaqcN8/b1FPlVd5rzxdTX1jrbOW3PjQxd9ve2V//z4+IMv35w8LH7Fj9n/+vP7TjcpKSwXl0PGpEi9qqGq6ZPHqot22ssDvQMtZz1S4x9ucjqlA/+YAAAA9AzyOABQPKpaPIRcIhcSa7vwabN3gL3EycUjuZj4SHGZm7275UqTwbxr2/64hKiAIN/Y5g75m/a27LBr64GGemPi4H6ONbEDoqL7hp91xYS0EYkbluYum7f+hL9aPFG/ztsQGx/xyGu3XnjTGfK42tJDlVaLVepY5CQ+VqmZCft3HqqtanCsrDhSXV7yW+HegV3FL/75g9ULN2u06sT0vlMuzHr6g3viBkStX7zFcfZY2WnTRz7/2Z/7JcdIvccexv2tuuKQ/W0jwrjT7z8SEGF2hHGO6ksAAAB0XGcOxMjjAEDxOJD2EI6/96F9mmY80aDzt0quHckFBvudft6obWt3LZ67xrHyo399K1Ktic1nUcickBbTP+Lb/1u4f2eRfK2x0fTec1+JxsRzRzrdm3j4f/rHNWqN+p1nvmyoM5zwt6tVKpu1ydxitriv3vlFOpnPy9gzh4tk8IMXvpF/tFptbz75mePa4LDA+V+u/PbdBY47FMmWwWCK6qt3OuOEWDN0bIqvX6+NFmkZxukCzOP+dCgw0sIAVQAAgE5i/jgA8GgcVHsO8VqrVPYJv0L7mM76a/X8Z0OMdSo5krtyVpBvoMu9E257/PKDew7Pvvf/ln2/vl9yn9zs3bnrdg0bP+jKu6ZLzed2uH/2DU//8c37L3pu7JnDRMK1dvGWwj2Hr7p7xvAJqa3vbcCguAtunPr1O/PnvPg/cc/t/F7xRInIT+RlN57213FnDQ8ODdi6buemlfl+AT711Y1Sx1xw09Sc5bk/zPlVxIWDhiVsWb3jUEFJUNhvA2mD9QFiY759f9Gj1748eFSSWLPip+yy4son3rnT6X7+87f/fv/RkgdeuHHapeOkHucUxmXdeTAwskmt9hHvIvm95HWUBAAAgJ5CfRwAKB71cZ5ATkxUR2m1Wn1frzMeqnDxKrmwyOBXvnv0D49e2tho+uHjpSqV193/uPaZOffpfLRyh4ys5LfmP3nOlRNF5jX/q5V9E6Of+eje6x6Yebw7bnSwtQAAEABJREFUvPre8yJiQ7/7cElBfmH7v/rWxy+fcO4IEZB998FiEeH5+HqLex4zdUjh3sOVraa0a5NWp3n6w3tueexSY4Pp+w+XiI1/es69wWG/T2x3w4MXnX/95I0rtn/04v8WfrOqf3Ls85/9WQSLkstwCuPG/PFAcLRN20zTzPGOkvuTygEA4E4KcqxL3zeKpbzQJsHFeHEUBwBKJE/8ZDabjUZjcXGxvpkE9yXP8CVedIvFYm4mXnqDwVB2wLbguVBTvVr0ieinds0qOfQKpzBu9B37Q2MlkcT5+Ph4e3uLS51OJ2dzcq0cVXIAALiZRe8Yl8+xz/Jx9Wz/pCzGR3Y9cSBWX28/2ZdfM3n/yjH+oP3bUh8HAIrHNyseQv67Lv7Ay5VN4o+9SFUUUSWHnne8ME68Z+R3jhzGiTeSI4yTAAAAcDI6cyBGHgcAiseBtCeQX2V5yKrIUOSyJrnKKbyfauqD5URycGgnjJOJME5OdVt+f8u/JAAAuJnM6dob/h0glrg0tQQXQx4HAIpHfZyHcMy7L0/D3zKSi+ivJpKD7IRhnNBymKo8eRxhHAAA7ic0VhU/XC0W3yD+0Lsc8jgAUDwOpD2HI5JTNyOSgxPCOAAAgB7TmZ0o8jgAUDzq4zwKkRyOp2UYp/W3EMYBAAB0K+aPAwCPxuG0pyGSQ2vihT4mjLt9H2EcAACAyyKPAwDFoz7OA3U8kvv87zWGet4hbk6EcSJ7PSaM69NEGAcAAOCyyOMAQPE4qPZMHYzkSvZaP3uCSM6dyWGcyF6lFmGcTqcjjAMAwMMtesf45GnVYtm1xiKhGzB/HAB4NOrjPBaRHAjjAAAAegvzxwGAR+PQ2pOdMJLzDiSSc1sdDOM0Gg1hHAAAHig0xit+mEYsvkESXI0XVRUAoES2Zmaz2Wg0FhUVhYeH6/V6CZ6q6ShrM3Mz8d4wGAwVh2wLngsz1qpFt6gE9RV/D/LxJ45xBx0P4wTCOAAAgC4nDsQaGhpEw6+Z+EZc7IyJ70Hl78vbvy31cQCgeBxgo50qubA+qmkPV1Al52YI4wAAAHod88cBgEej0hkSkZwnIYwDAABwBcwfBwAejcNsyFpGciKIIZJzS4RxAAAAboA8DgAUj/o4ODgiOZHCEMm5H8I4AAAA90AeBwCKx8E2WiKSc1eEcQAA4KTkzDN9cHe9WArzLBK6AfPHAYBHoz4OTojk3A9hHAAAOFmVxU37NlnE0lgjoTswfxwAeDQOudEakZw7IYwDAABwM15UVQCAEtmamc1mo9FYVFQUHh6u1+sl4FhNR4l3i8ViMTcT7xmDwVBxyLbguTBjrVp0i0pQX/H3IB9/4htXRBgHAADgmsSBWENDg2j4NRPffIudNLVaLX8v3v5tqY8DAMXjwBvHQ5Wc0hHGAQAAuCzmjwMAj0alM9pBJKdchHEAAACujPnjAMCjcfiN9hHJKVHLME7jQxgHAADgVsjjAEDxqI/DCXU8kvvyqVpTo4TeJVLRlmHcmDsOEMYBAAC4E/I4AFA8DsLRER2M5Ip2WT5/soZIrheJMO6zJ44N4/paCeMAAMDJqiyy7dtoFUtjDd/fdwvmjwMAj0Z9HDqISM71yWFcyd5jwjj5ZSKMAwAAJyXnB/MH99SJpTDPKqEbMH8cAHg0DsXRcURyrux4YZx4dQjjAAAA3Al5HAAoHvVxOClEcq6JMA4AAHSthBGaSTf6iCUsjvDH5XhxFAcASmRrZjabjUZjcXGxvpkEdFjTUeKNZLFYzM3E28lgMFQcsi14LsxYqxbdYpM0lz8ZpPOV0K0I4wAAABRHHIjV19eLhl8zseem0+nUarX85Xf7tyUiBQDF45sVnAKq5FwHYRwAAIASMX8cAHg0DstxaojkXAFhHAAAgAcijwMAxaM+DqeMSK53EcYBAAB4JvI4AFA8Ds7RGURyvYUwDgAAQNE6s2NGHgcAikd9HDqJSK7nEcYBAIDutugd45OnVYtl1xqLhG7A/HEA4NE4REfnEcn1JMI4AAAAD0ceBwCKR30cugSRXM8gjAMAAIAXR3EAoES2Zmaz2Wg0FhcX65tJQKc1HSXeYBaLxdxMvM0MBkPFIduC58KMtWrRLTZJc/mTQTpfCSeFMA4AAMBtiAOx+vp60fBrJvbodDqdWq2Wv+Ru/7bUxwGA4vHNCroQVXLdhzAOAADAnTB/HAB4NA7X0bWI5LoDYRwAAAAcyOMAQPGoj0OX63gk98XTNWaDhPYRxgEAAKAl8jgAUDwO2tEdOhjJHdpu+XwWkVx7WoZxam8rYRwAAIB76MwOG3kcACge9XHoJkRynWdqlFqGcaNvI4wDAAA9pCDHuvR9o1jKC20SugHzxwGAR+PQHd2HSK4zRBj3+ZPHhHH6eIscxul0OsI4AADQrfZmW5a+bxBLBXmc6yGPAwDFoz4O3YpI7tTIYVzRLovUVhgn18cRxgEAAHgmL47iAECJbM3MZrPRaCwuLtY3k4Bu03SUeONZLBZzM/H2MxgMFYdsC54LM9aqRbc+qZrL/xak9ZE8HGEcAADodZVFtuoSe+YTlajyDWI3o+uJA7H6+nrR8Gsm7+mp1Wr5y+z2b0t9HAAoHt+soAdQJddxhHEAAMAVhMaq4oerxUIY102YPw4APBqH8egZRHIdQRgHAACAEyKPAwDFoz4OPYZIrn2EcQAAAOgI8jgAUDwO5tGTiOSOhzAOAADAo3RmR448DgAUj/o49DAiudYI4wAAADwN88cBgEfjkB49j0iuJcI4AADggha9Y3zytGqx7FpjkeBiyOMAQPGoj0OvIJKTEcYBAADgZJHHAYDicWCP3kIkRxgHAABcVmiMV/wwjVh8gyR0h87s1HlRVQEASmRrZjabjUZjUVFReHi4Xq+XgN7QdJR4T1osFnMz8c40GAwVh2wLngsz1qpFtz6pmsv/FqT1kdwGYRwAAIAnEwdiDQ0NouHXTN4JVKvV8jfW7d+W+jgAUDwO79G7PLNKjjAOAAAAp4w8DgAUj0pn9LqOR3JfP1tjMUlKRxgHAACAziCPAwDF4yAfrqCDkdz+rZavnlF2JEcYBwAAAKlzO3jkcQCgeNTHwUV4QiTnFMaNunU/YRwAAIBn6syBGHkcACgeh/pwHe4dyZkNLcI4nXXUHw6ED7ASxgEAANeUM8/0wd31YinMs0hwMeRxAKB41MfBpbhrJGcP42a1CONuORCeSGUcAABwXZXFTfs2WcTSWCPB1ZDHAYDiccAPV+N+kZwcxh3aThgHAACA33RmZ8+LqgoAUCJbM7PZbDQai4qKwsPD9Xq9BLiSpqPEe9VisZibiXeswWCoOGRb8FyYsVYtuvXP0FzyaJBGJ7kswjgAAKBElUW26hJ75hOVqPINYs+k64kDsYaGBtHwaybvHKrVavmb6fZvS30cACgeh/1wTe5RJUcYBwAAFCo0VhU/XC0WwjgXRB4HAIpHpTNcltIjOcI4AAAAdAfyOABQPA7+4cqUG8kRxgEAAKAdndnxI48DAMWjPg4uTomRHGEcAAAA2teZAzHyOABQPCIAuD5lRXKEcQAAwA1UFtn2bbSKpbGG7+9dDnkcACge9XFQBKVEcoRxAADAPeT8YP7gnjqxFOZZJbgY8jgAUDyCACiF60dyhHEAAADoIOaPAwCPRn0cFMSVIznCOAAA4E4SRmgm3egjlrA4wp9u0ZkDMS+O4gBAiWzNzGaz0WgsLi7WN5MAhWg6SryNLRaLuZl4MxsMhopDtgXPhRlr1aJb/wzNJY8GaXRSDyCMAwAAwEkpKipqaGgQDb9m8n6jWq2Wv35u/7ZEpACgeHyzAsXpeJXc3OdrrWapuxHGAQAAoCeRxwGA4hEKQIk6GMnt3Wj+5rnujeQI4wAAAHAKmD8OADwa9XFQKFeI5EQY98XTv4dxI/9AGAcAAIAO6cyBGHkcACge0QCUq3cjObkyrjDv98q4iIGEcQAAAOh25HEAoHjUx0HReiuSazlMVaVxHqbq3YwwDgAAKFfOPNMHd9eLRf72ES6FPA4AFI+AAEp3wkjOJ7iLIzmL6ZgwbuQfDsphnPilcmWcQBgHAAAUrbK4ad8mi1gaayR0B+aPAwCPRn0c3MCJIrnyLozkzEbpq2eOhnFaexgXmWyWf50DYRwAAADa15kDMS+O4gBAiWzNzGaz0WgsLi7WN5MAhWs6Sry9LRaLuZmxWUWRZcFzekO1WnRLGK696OFAtVY6BRaTPYzbv/X3yrjWYZxOpyOMAwAAQPuKiooaGhpEw6+ZPO2JWq2Wv2Zu/7bUxwGA4vHNCtzG8arkhLBYTeer5DoSxlEZBwAAgO5GHgcAikdYAHdyokju97nkvp1de1L33MEwTs7jCOMAAADQPuaPAwCPRn0c3Ey7kZzaUSW3O9v85ayOVskRxgEAAKBrdeZAjDwOABSPyADup2sHrhLGAQAAwKWQxwGA4lEfB7fUVZEcYRwAAPBMBTnWpe8bxVJeaJPgYsjjAEDxCA7grtqP5Kb+RURy9pRNRHJzjzOXHGEcAADwWHuzLUvfN4ilgjyuezB/HAB4NOrj4MbaieTC+/5+eoc9bc0lRxgHAACA7tOZAzGNBABQOOIDuDfHO1yO5FpeFRYrTXu4fMFzekO1Wh64etHDgWqt/SrCOAAA4OEyp2sTR9r3naISKcZyObwkAKB41MfB7Z3sXHKEcQAAAKGxqvjharH4BrGT43KojwMAxSNEgCdov0rujAcrFs4Ok6vkvvpHrdXSdDDXHsaptbYRNxcSxgEAAKDLMX8cAHg06uPgIdqpktPHqR1zye3bbG4Rxh2ITDYRxgEAAKDLdeZAjDwOABSPKAGeo92Bq+oz/lzmHfjbOR1UGuuoWw5FpVh0Oh1hHAAAAFwKeRwAKB71cfAo7URyoWHG8YM/9vauV2vM4+88EpViJowDAACAC2L+OABQPAIFeJrjzSXXpNEEGgomZHziFddPnzbEy8tX00wO4+TwjjAOAAB4iEXvGJfPMYjG1bP9k7LIf7peZ3YmeT0AQPGoj4MHah3JiTU20aqoCPIziAjOx8dHrHEU0MlJHGEcAAAAukpnDsTI4wBA8YgV4JlaR3L2yK262mYyaRsafH19RQd1M81RhHEAAMBzhMZ4xQ+z7yP5BklwNeRxAKB41MfBYzlFclaRvdXWqoxGkcd5e3vLc8ypjyKMAwAAHiVzhk4sElwSeRwAKB7hAjzZMZGcSN8aGppMJo3BIPI4eaVMzuYkPi8AAADoIswfBwAejfo4eDh5T8ieuIn/TCYvi0VtsWi1WqnFyVgdfSQAAACgKzB/HAB4NCIGQHwKxP6QPXWzWMRukUpEcmq14yqnBgAAANC7yOMAQPGojwOk5rhNGxsbv2VLm1dJAAAAgMsgjwMAxSNrABz4OAAAAMgKcqz7N1tEI2OaVh+nktDVmD8OADwa9XEAAAAAnOzNtiyfYxCNPqlq8rjuwPxxAODRKAgCABygdFUAABAASURBVAAAAAUhjwMAxaM+DgAAAICTzOnaxJH22CcqkeI4l0MeBwCKR30cIGsymYybNomGKiREl5wsAQAAeLDQWFVorITuw/xxAODRqI8DZNby8sM33CAaflOmRL72mgQAAAB0G+aPAwCPRn0cAAAAACgIeRwAKB71cQAAAACgIORxAKB41McBAAAAcFJZZKsusX9zH5Wo8g3ikKHrMX8cAHg06uMAAAAAOMn5wbx8jkE0rp7tn5RF/tP1mD8OADwa9XEAAAAAoCDkcQCgeNTHAQAAAHCSMEKj1viIRlicSoKLIY8DAMWjPg4AAACAkwGZarFI6DbMHwcAHo36OECmiYmJz8uTAAAAgO7H/HEA4NGojwMAAAAABSGPAwDFoz4OAAAAABSEPA4AFI/6OAAAAADoYcwfBwAejfo4AAAAAE5y5pm2zDeLxhm3e8elkf90PeaPAwCPRn0cIGsymYybNomGKiREl5wsAQAAeLDK4qZ9myyi0VjjLcHFkMcBgOJRHwfIrOXlh2+4QTT8pkyJfO01CQAAAHBJ5HEAoHjUxwEAAABwMvUWb7FIcEnkcQCgeNTHAQAAAICCkMcBgOJRHwcAAAAAPYzzqwKAR6M+DgAAAAB6GOdXBQCPRn0cAAAAACgIeRwAKB71ccBv1Gp1bKz9/6GhEgAAgGcryLHu32wRjYxpWn2cSoIrIY8DAMWjPg7uTaVSdfBNro6JiV+yRDpJNpuNUBsAALifvdmW5XMMotEnVU0e1x2YPw4APBpRAgAAAAD0MOaPAwCPRn0cAAAAACcJIzRqjY9ohFEc53rI4wBA8aiPAwAAAOBkQKZaLBJcEnkcACge9XEAAAAA0MOYPw4APBr1cQAAAADQwzpzIMYQYgBQPOrj4N4WLFgg3uRDhgwxm82tr12yZIm4NiMjw2KxSAAAAIASkMcBgOJRHwf3Nm3atNNPP33r1q0vvPCC01VGo/GPf/yjSqV65513NBqq/gEAAKAM5HEAoHjUx8HtvfXWWzqd7umnnz548GDL9SKhy8/Pv+eee7KysiQAAAC0sOgd45OnVYtl1xqGEXSLzhyIkccBgOJRHwe3l5KS8uCDDzY0NNx1112OlSKb+8c//pGQkPDUU09JAAAAQM9i/jgA8GjUx8ETPPbYY0lJSd99993cuXPlNffee69I6P7zn/8EBATIa+bNm5eVlRUeHh4VFXX66adnZ2e3vIeNGzdeccUVAwYMCA4OHjp06AMPPNDY2CgBAAC4qdAYr/hhGrH4BklwNV5UVQCAEtmamc1mo9FYVFQkAgi9Xi8B7kilUsmh888//3zOOeckJiZu27Zt1apVU6dOvfbaaz/66CO523vvvXfzzTfHxsbOnDlTfDq+//77qqqqH3/8UQRz4trdu3ePHDlSfF6mTJki7kEkdwUFBddcc82cOXNEZ3aHAAAAcLLEgZj4elg0/Jr5+PjodDq1Wu3VrP3bkscBgCK1zOOKi4v1zSTAHTnyOOGqq6769NNPn3zyyc8//7y0tDQ/P19+5x85ciQlJSUpKWnRokWBgYFijfhcTJ482dvbOycnR+wVPfLII88999yyZcsmTpworhWfHZHTbdiwoaKiQuw8sTsEAACAkyV2OOvr66VTyuMYrwoAikeUAM/x4osvhoSEiDxu+/btL7zwgiOGfv/996uqqv7617/KYZwQExNz7733btmyZcGCBY6b79u3T25otVqR64kfHWNdAQAAgJPSmQMxjQQAUDjmj4PniI6Ofvzxx++///6pU6def/31jvU7duwQl8uWLdu6datj5d69e+Wrzj777Msvv/zll1++7rrrPvjgg2nTpl1wwQWDBg2SAAAAgN5AHgcAikd9HDxKWlqauBw8eHDLlUVFReLypZdeat1///794nLYsGGLFy++9957Fzd75JFHkpKSZs2aJXI6CQAAAOhZ5HEAoHjUxwHR0dHi8vDhw1FRUcfrM3bs2LVr1xYXF2/fvn3FihXPPvvsFVdcER8fP2rUKAkAAMDtFORY92+2iEbGNK0+jvnKul5nDsR4PQBA8aiPAxISEsTl8uXLW67cvHnzrFmzRAYnNZfOXXvttVLzvHJTpkx5/PHHX3nlFfHjwoULJQAAAHe0N9uy9H2DWCoKbRK6QWcOxFQSAEDhqI8DrrrqKl9f34cfflgenSo0NDTce++9IneLjIwUPx44cODjjz9evHix4ya1tbXism/fvhIAAADQsxivCgCKR30cMHDgwNdee+3OO+8cPXr0eeed179//y+//HLr1q3//ve/BwwYIDqIbO699967+OKLb7311oCAgJKSkjfeeCMrK+uKK66QAAAA3FHmdG3iSHvsE5VIMZbL4SUBAMWjPg4QbrrpppycnEsvvXTdunUvvfRSdHT0woUL7777bvlakdDNnTs3JiZm9uzZzz77bF5e3qxZs+bPn6/T6SQAAAB3FBqrih+uFotvEMcL3aIzB2JeVFUAgBLZmpnNZqPRWFRUFB4ertfrJcAdqVSqbg2dxUeJ3SEAAACcLHEg1tDQIBp+zXx8fMR3vWq12qtZ+7dlvCoAKB71cQAAAACgIORxAKB4lPYAAAAAgIKQxwGA4lEfBwAAAMBJZZGtusT+zX1Uooop5LpDZw7EyOMAQPGojwMAAADgJOcH8/I5BtG4erZ/Uhb5T9frzIEYrwcAKB71cQAAAACgIORxAKB41McBAAAAcBIa4xU/zB77+AZJcDXkcQCgeNTHAQAAAHCSOUMnFgndhvnjAMCjUR8H92az2SQAAADAxTB/HAB4NOrjAAAAAEBByOMAQPGojwMAAAAABSGPAwDFoz4OAAAAAHoY88cBgEejPg4AAACAk5x5pi3zzaJxxu3ecWnkP12P+eMAwKNRHwfImkwm46ZNoqEKCdElJ0sAAAAerLK4ad8mi2g01nhLcDHkcQCgeNTHATJrefnhG24QDb8pUyJfe00CAAAAXBJ5HAAoHvVxAAAAAJxMvcVbLBK6DfPHAYBHoz4OAAAAAHoY88cBgEejPg4AAAAAFIQ8DgAUj/o4AAAAAFAQ8jgAUDzq4wAAAACghzF/HAB4NOrjAAAAADipLLJVl9iPFKISVb5BfIXf9Zg/Dv/P3n3AN1H/fxz/NqN7l1FK2VgB2btsZCoCogguHKCiooLjjxPHz417iwMV3CKC7A1l741syipllkLbNLP/b3sQY0pLgF56aV7PRx7pN9dvksu4JPe+z30PgF+jPg4AAACAm3XTrIvH58rGHaPDrmpN/qMtvB4A4POojwMUhkqVqm/bJgAAAABtI48DAJ9HfRz8UO7Klen33ntJVwmqX7/SL78IvV4AAAD4gZrNDHpDsGzEJuoEVMD4cQDg16iPgx8KbtUqvG/frMmTPb9K7KhRhHEAAMB/1GiqlycB1VzJihgRKQD4POrj4J9iR44MCAvzsLMM74IaNBAAAACABpDHAYDPoz4O/kkXExPzyCMe9pThnQAAAAC0gTwOAHwe9XHwW5F33hlUv/5Fu8U+9ZSM5AQAAABQcq5kRYw8DgB8HvVx8F96ff6ocLrifs8Et2wZ3q+fAAAAAEoU48cBgF+jPg7+LKhBg4j+/Yv8t04X9+KLAgAAwP/M+9r8codMedq1wiagMeRxAODzqI+Dn4sZPryo3VEj77jDWLOmAAAAALSEPA4AfB71cfBz+YdreOqpwtMN8fExjz0mAAAA/FJMpYDqjQ3yFBIpoIYrWREzCACAj6M+Dgjv1y9r8uTcVatcJ8Y+/3xAWJgAAADwS01vCJQnAdUwfhwA+DXq4wApf5w4o9F5Mbht29AuXQQAAACgPeRxAODzqI8DJGPNmhE333zuQkBA3LPPCgAAAECTyOMAwOdRHwcoIu+4QxTE08bq1TmMAwAAAFR1JSti5HEA4POojwMUhipVoocPN8THlxs9WgAAAABqupIVMY7nAAA+j/o4QBEQGBj94INh111nrFZNAAAA+Ld96+z7N9pko0E3Y1wi9VjaQh4HAD6P+jjAFWEcAACAtHetbfH4XNmoXFdPHqc15HEA4POoj7tCBJqAT+CzDgAAaMqV/DghjwMAn0ecdNmcT13hBgCNKPxLl2AOAABPNO1lrNU8P/apWIviOFUwfhwA+DVWTS+P8vWZ91+CSA7QDOXDLaCAsyHJhZTPPQAALiomQReTIKBN5HEA4PPIjy6D8qQ5HI5H39u3bnuWAKBhrw2t3L5xpK6AYCMEAADwfeRxAODzWDW9VK6VcXZ7noM8E9A2i9Um6fV62ZaRHCVyAABACxg/DgD8GvVxl0E+aQ6Hw263Kxe7toqTJwFAY175arcpN39RtVgsRqNRFPzwJYwDAABawPhxAODXWC+9PEokp3yJxscFNb46QgDQGIMu//NNhnFWa6D8rNPpdHKxdY4oBwAAipGR5sg8mv9bt2ItXUgkX53aQh4HAD6P+rjLoOys6szjAGiZ1WpV9le12+3y3LnLOakcAADFWDfNunh8rmzcMTrsqtbkP9rCIW8BwOexRnp5XI+pCkDLZAwnIzl57igg2A4BAAA0gPHjAMCvsV562cjjAJ/gTOKclXECAABcTEylgOqN82OfkEgBNTB+HAD4NerjLgPFcYAPUY7hwGILAMAlaXpDoDwJaBJ5HAD4PNZOAZRtJHEAAKCMIY8DAJ9HfdxlY/Ue8AksqgAAQIMYPw4A/BprqgAAAADgZYwfBwB+jfo4AAAAAPAh5HEA4POojwMAAADgZt1Uy6bZVtno+mBQYj3yH23h9QAAn0d9HAAAAAA3GUfyUjfYZMN0JkhABYwfBwB+jfo4AAAAAPAyxo8DAL9GfRwAAAAAN13uD5InAU0ijwMAn0d9HAAAAAD4EPI4APB51McBAAAAgJcxfhwA+DXq4wAAAADAyxg/DgD8GvVxAAAAAOBDyOMAwOdRHwcAAADATUaaI/No/ppCxVq6kEg24WsLeRwA+Dzq4wAAAAC4WTfNunh8rmzcMTrsqtbkPyWP8eMAwK9RHwcAAAAAXsb4cQDg16iPAwAAAOCmZjOD3hAsG7GJOgGN4SUBAJ9HfZzWnDh1ul67Hkmtu85fskJcomZd+94+9HEPO7/50ZfyXhYsLfJebh48THbIzjEV1WHgfY/JDvK0d//Bwv/Nys5RHsgr735c1C2YLdZ3Pvv6htvva9n9ph9+myhKwuhPv1bm6rdJ0y7YYcCQR+V/e99xv9CSYSNfknOVa7YU1aFRp15DHn9WXLrN23bIW37/i7Hisnw29kd59bUbt3jYX77uP/4xWQAAAB9Xo6m+071B8hRHHqc9vCQA4POoj9OamfMW2Wz26MjIyTPmCB8xf8nywhPnLFoiH0jxV/zgy7Ffj//t2IlTdZJqVqpQXpSohReKGg8fObph6z8Cqrn9wRF/TJkhAAAAUCzGjwMAv0Z9nNZMm7vg6to1kmrVmD534anTmbHRUULb4iuUW7R05X1x7lmmAAAQAElEQVR3DHCbPn/JivCw0KzsnGKuu3X7ToNBP+/P8RERYaKk52rJyjXZOaaw0BDX6XMXL9PrdUaD5n7DfDb6FVEmyFc8IjxcAAAAoFhXsiJGfRwA+Dzq4zTlwKEjazduadGkYYfkVna7Q+slcgXvnc7tklet35SRecb1P6Zc86KlKzq3ay2KfY9ZLNboqMiSDeOUe+vSoY3ZYl2yYrXbf+cvXta2ZbOQ4GABAAAA+Cbq4wDA51EfpymTZ86V5+1atWjZpGFwUOCkGXPuva2/awebzf7dLxNmL1i8c+++2OioalUSHx58p+x8wVt78e0Pf/1r6m039X5l5HChmq7t2/wyccq8lKX9e1/nnLho6cpcs6Vbh3ZTZs2/4LXmpix9eORLSjupddf4CuVS/v5Vts9mZb/z2dcr1mw4evx4QnzFDskt/2/Y/QaDXuk59MkX0o+fGHrXre99+e3ZM9kD+/V68qEhF7z99q1b/jll5oKlK3pc28E58XTmGXnL/3t6xOZtO9z6f/rt+FnzUw4eORIbFVWvTpLs46xM/Hr8b3KWfvryg7c+/nLf/oP1kmr/+MX7zbr2ven67t06tfvxz8kr12y4qmZ12b5rQL+de1O//P6nFWs3xEVHD7ljQL9e3Z13cfxkxo9//LV+yzZ57zFRkVUSEwbd0q9rhzbKf4eNfGlOytJNi6bL111ezM4xjf35jzmLlpzKyLy2ffKj990tinXi1OnPvxsvH93hI+kVy5e/pk7tp4Y9UDm+QuGe2Tm59zzy1JYdO9975bnru3a66MMvbP6SFV+M/XH/oTS9XlezWpVnhz9Uv26SnL4n9cB1tw5W+sjXVL51nx3+oLjYayqfyT49uwzoc/3Yn/5Ytma9nN64fr1RTz5aLjZaAAAA4EKojwMAn0d9nKZMmzM/MjK8favm4WGh17Zv88/OPW6Dnb3+4Wcy2sg8m3VL7+tr1qi2ct2Gex79v+279xW+qc/G/ijDuJtu6PHy/z0m1NSmZbPoyEi3o0/IeK5uUq1qVRJEEZlvjapVHrv/bhkYhYWGyMY9t+bHjlnZObcMeUTOds1qiYMG9IuOipTh4/1PPudwOJxXPHv27ItvfxAaFBwbE1WrRrWi5io8NKRty2bzF6+w2/+97sz5KfK8R+f2bp2fee2dj7/+QQSIW2+8oeE1decvXnbLfY/I+My1z6vvfZJ25KiMn5x3unjlmoefealaYuVXRo4wmc2vf/D5a+9/9tizr9RLumrksAfko3761dFrNm5WOssYrtdtQ2TEZjAYBt7Yq1xs7PLV6595bfTxk6cKz7yMMu98+IlPvhlXLi62d48uG7duv3XoY1abTRTBYrXe9/gzP/4xOSIsbOCNN0RGhE2bs/DuR54yW6xuPWWe++hzL2/6Z8ebo0Y6wzhPHr7ThCkzHnzqhSPHjl/XtaOMIGUqd8dDj69at1H+KyY6Sr6U8g1coVycbLRr2Ux49pquXLtx8IhnKifEv/jkIzLunDFv0cP/N4pNBQAAlK55X5tf7pApT7tW2ARUwPhxAODXWOnVjrWbtu7df7B/7+uMxvxv2J6dO0yfu3DS9DmNr6mrdMjOMf004e92rZuP/fAtZcqcRUuHPf3S9DkL6tSu4XpTMjT56Kvv+/bo8sZzT6oduer1uk5tW82cvyjHlBsakr8fqIyH5i5eNvj2AcVcq1b1qo8MGbR4+Wqz1SobysS3Pxkjn4F3Xn62b88uypS3Ph4jM6wJU2YO6Hu9MuXQkaP33HrzcyMeEhcjA815i5fLqCi5RRNlyryUZcnNm8hIyLXbkhVrJk6ddWu/G2RwqdPlb2tcu3GLjMM+/278S0/9G2UGBwYtmfq7fLDOKXJWx7z3Wue2+fvkyvCx2y13j/9j0k9fftCicQNREFO27z3wzymzmjfKv/jBl2NzzblTf/qmWpXK5x/sV9/+9PuCJSucD83pt8nTtm7fdd+dA0c+kn8Q2PwQ7dmXDx46UtQjldHeth27H39w8EP33K5MeePDL77/9c9Vaze0T27h7FYQEb4tH+/rzz15Y8+ul/TwFSdOnX7r4y8b1Lv6h0/ekZGxnCJfu0EPP/nq+59O+mFMbHSUvDhx2qyI8PBLek1379s//rP3WjVrJNvdO7cf+uQLC5etPHAozflcAQAAlD2MHwcAfo36OO2QsZo8v+78/pWd2rUODQ2eMmtertni2i3jdObZrGylLcOgv3/8+pH7zmUf8sWUJxlCjXrrg55dOrz14tNKwqKW8z8hunZoI2dyyco1ysUlK9fK6LBrx7biUshb+H3y9FZNGzmDG2n4A/fExUb/8Oufrj1v7t2zmNtRftjIczkD8u294PxRVrOyc5auXtulfRu3/uN+/0ueP/ngEOdz1axR/eu7dvr5zymuB6Poe1031zBOiouJVsI4SSZHEeFh5eJilDBOqlg+Tl5MPXhIuXjXgJteffZJ14Dp2vbJ8vzYiZOFH8L02QsiI8KGDb5TuWgw6J98+D5xMWnpR52/6h669465f4xr2yq/Qk1ZxuXZGx98PmXWfJmy3dLnukt9+IqJU2eeOZv94N23K2GcVKFc3N233rxj976lK9cWniUPX9NKFcsrYZwyty0K9r8+nH5UAAAA4EKojwMAn0d9nEZYrbbpcxfKiKdNwV5+UnBQYI9OHf6aPnvG/EX9rusmp4SFhtzQvfPU2Qt6Dry3e+d2yc2atGvdwrUyTr6YB9OOPDHqNbvdkVSzhlt+pJ72yS3l3C5YsqJ7p3aiYGfVaomV615V85+duz2/kX37D8h3Y+MG9VwnhgQHNaxbR2Zq2Tm5YaHnDsJQtXKCJzcYExXZunnjOQsXK8V0cxYtsdnsMqZ067bnwIHIyPDxEya5Tjx+8pScmQOH0updXVuZUiWhktsV3aYEBQXKcMp1SnBQUI4pV2kr48TJ29y6fdey1etWrt+4sWBPZEuhXUplnw1b/2lcv67rkWFr16gm8z5RhJZNG1VNTPht0rT1m7bKGLdD6xbNGzeIOV8GqCzjU+cuUCrsav93J18PH75i74GD8nz1+k07du91TjyUln+z+w4e7CBauM2Yh69p+bhY1w6hIfkP3JRrFgAAoPR0uT9IngQ0iTwOAHwe9XEakbJi9cmM07JRt213t39Nnj5HyeOkN18YWblS/LjfJv404W95ktFGhzatXnv68aioCKVD+rET1askZp4588X3P/Xp3qVqFY+iqyskZ6Nj29bzUpYpg7XNWrj4jpv6iEt05NgJeV4uNsZtelzBlJMnT4WFJjjvTnjm2vZtXn//MxkL1k2qPW/x8haNG7hFPzItOnQ4XZ7nD6BWyOH0o85AKqjgMAuugoLdp+j1elGEPakHXv/w8yUrzpUQNmtUv2Nyywse7CI7xyTnRyazbtPjy5cr6sblE/LTFx+8+dEXMtLduTf1q3G/yqv373Pd40PvdVa9yTCuSf1667dse+39Tyd+/4WyT7TnD1+hVPN9/99yxXOdj1ygnM3D1zQk5AKHu83LcwgAAICyi/HjAMCvUR+nETPmLpTn9wy8KTIywnX6n1NmLFu97sChI1UT86uxggKNTz405LH77t69L3Xn3v1/TJ42a36K3Wb7fPT/lP7l4mLGfvSWvMoLb77/yvuffPvBm8Irrm2fLOdk7cbNMpI7cyarW8d2l3gDonxBRnPilPthBE4WTIkp+nCfxejaoa3M4+YvWVE1MXHR0hVPFDoYq/wZVLlSxbDQkCk/fi1UY7XaHnxq1OH09HtuvblO7Zod27aSedmajZsvmMfJmZFzdaLQ4RQyz2bFX+h4qYqK5eM+fO2F1597aufevf/s2D1m3C9jfvglOipyyO23KB1aNW309Qdvjnrz/ckz5479+Y+hd98mLv3hl4/NTzOXTvujfFyMZ/1L/jUFAAAoGxg/DgD8GvVxWpCdY5q7eGmVxErPjnjokSGDXE99CsbdnzRjtigY9v6Z196Zt3i50Wiom1S7b88uMmGpXiVxwdIVzqNVVk9MTEyIv6XPdU0a1Fu8fPX0gpjPC7q2b2Mw6GXytWj5qmqJlevXTRKXSF5Lnq/buMV1Yq7ZsmX7zhpVEyMiwsSlqxxfoUn9eguXrFixdr3ZYu3eqX3hPlUrJ+zck+p2nNO5Kcs+/XZ8UccYvVSbtm3ff+hw357dnhvx0E039FBq3w6mpYv8Ifjcf4fJRbJx/bq79qVmZp51TpSzd8GR5hTyaX/ixdcPHzkaFhosH+/tN/f57uPRIn8gvzXOPk0aXBMcFDjy0QciI8M//+7HtPRjyvRLeviJBbvort2w2XXi9p17ZOd/DwTs8pGixmsKAAAA8jgA8HnUx2lB/sFJc3J7dOpQOB7t3SN/IPxJ02fLVyo2Jnri1Fnf/zrB+ao5HHm55tzKleLdjtsgb+eVpx+XAdnbn4wpPCq/GiLCw9q2aDYnZcnshYu7d77k4jhJ5kS9unVavWHz5JnznBM/HPOdjIqu69JRXK5r2ydv3LZdPmkyoKxcqWLhDn2v7yafz+dff885YNmhtPRRb73/98x55WKjRUkINBpF/oBouc4pMhz8ZcLfoogFsFvHtjKifX/MWOWi3e547f3Pirl9m9U6dfaCidNmOqdkF7zoCRXd6+nKx8U+/sBg+Uhffe8TZcolPfw+Pa6Vod47X3zt3Ds1x5T7+oeff/z1D3HR5zoHGgw5OSalrdJrCgAA4OfYXxUAfB71cVow9b9HVnVVu0a1RvXqyERpyYo17ZNb3D2g3w+//3Xv8KebN8o/jqcMv9KPnfh89CuFr1indo27BvQb+/MEmZUoBzS4oI+++v6HXye6TXzxqUdrVquitB8aOUoX8J+wTyYyX777WuGb6tw+edHoVbLRpcOlHVnV6bkRD+/df/D/Xn5zxtwFtWtWX7dx65qNm5NbNHnwnjvE5bq2Q5v3vvh25dqNTxVxiNJ+13Vbv2nrr39Nvemehzq2aRloDPxt0lSL1frpmy+X1NJx9VU15fM5fe7CvfsPtG/dwqDXz120NP14/thqzkPlurpr4E1LVq79ZeKU3XtTG9Wvt3LdhtQDh5zHZyisc7vk+nWTPvlmfFr6cZk52my23yZNk1nY0LtuL9z59pt7T5g6Y97i5XMWLZXB3yU9/GpVKsv3xivvfNx/8DB5pwnxFWbNT9mxZ9/zTwyrUvnc0S3iK5ZftmrdHQ8+Lt8P990xQI3XFAAAeMG+dfb9G22y0aCbMS6ReqySx/hxAODXqI8rdTL7kPmFzN0a1Lv6gh16de8s87hJM+fIPO7xh4bY8xw/TfhbXqVqYkKja+o8P2JYq2aNLnjFR4bcNWPeoh8nTLrphp6uh2F1tW3HBQ6Bmu1SUrdizQa3/xZ1oM+uHdq8PPqjShXLN/3v8TQ9Vz4udsK3n437469Fy1bKNKruVbX+9/SIW/pcfyUHir2qRrVqiZX3Hzrcq1vnovrIe7m2ffLE5ByWpQAAEABJREFUabMmTZ8TGhIsI7NH7htUvUqiKCGBRuPHb7701EtvbN+1V54qlItr17r553fffufDT2zYsu2C/b/54M1xv/81Zfa8nyZMSqpZ49uP3nr21XeKun2j0fDRa6NefvfjP6fOlD/s6l1du3ePLoNuudGZkbmSHf43ckT/IY+89cmX7Vo1DwkOuqSH37/3dY3r1/vpz8lr1m+evWhx/TpJ3494qE2Lps4OTwwdsmff/k3btsv0TajzmgIAAC/Yu9a2eHx+dX/lunryODVcyYpYAGtxAOCLHAWsVqvZbD5y5EhcAQHPyO8+u91us9nks/fEx2mb95rvvD7hzl6VBACNueX/NpzNsQ/ro2vXMCykQFBQkNFo1Ov1AQUEAAAowryvzUoed8fosKtaU49V8tLS0nJy8reChxYIDg4ODAz08FcKrwcA+Dy2rAAAAABw07SXsVbz/NinYi2K4zSHPA4AfB4VIgAAAADcxCToYhIE1MP4cQDg16iPAwAAAAAvu5IVMfI4APB51McBAAAAgA8hjwMAn0d9HAAAAAD4EPI4APB51McBAAAAgJcxfhwA+DXq4wAAAAC4mfe1efH4XNm4Y3TYVa3Jf0oe48cBgF+jPg4AAAAAfAh5HAD4POrjAAAAALiJqRRQvXF+7BMSKaA15HEA4POojwMAAADgpukNgfIkoBrGjwMAv0Z9HAAAAAB4GePHAYBfoz4OAAAAAHwIeRwA+Dzq4wAAAADAh5DHAYDPoz4OAAAAALyM8eMAwK9RHwcAAADAzbqplk2zrbLR9cGgxHrkPyWP8eMAwK9RHwcAAADATcaRvNQNNtkwnQkS0BjyOADwedTHAQAAAIAPIY8DAJ9HfRwAAAAAN017GWs1z499KtbSCaiA8eMAwK9RHwcAAADATUyCLiZBQD2MHwcAfo36OAAAAADwIeRxAODzqI8DAAAAAB9CHgcAPo/6OAAAAADwMsaPAwC/Rn3cZSPKBHwCiyoAAJchI82ReTR/TaFiLV1IJF+mJY/x4wDAr7GmeuUmzE2fsuiYAKAxZ3PsSiOggAAAAB5bN826eHyubNwxOuyq1uQ/2sLrAQA+j/q4yxBwnnIx1+KQJwFAkwIKEQAAAL6MPA4AfB6rppdNPnV39Yw6npFrLWCz2RwFBCmnzzJbrCaTOToqXMD36QoYDIarqxj1er1sE8YBAOC5ms0MekOwbMQm6gRUwPhxAODXSI4ug7JWL1fvG9YOsVj0ubm5FovOatUpkRxPqe/KyMxNP36mbu1oAd8nl1AZwxkLyFTOGckJtkMAAOCBGk318iSgGsaPAwC/xnrp5VEiObmGL9fzAwMD5RTZttvteQUEQadvyjiTk51jDgkJEfBlztBNX0CJ5JS2s0SOjz4AAOC7yOMAwOcRG10eZVVfSd+UWjkZxinFcTylvitAdzrLZAkNDRXwfcqCqYTmCmUPVpI4AADg68jjAMDnsWp6qZRnTK7Vi4KaOHF+mCoZw7Gzqs8L0GflmMnjygbn0Rv0LhhCDgAAaATjxwGAXyM/ujzO9XxnDY5rZRzPqs/SZZssQUFBAj7OuVOqc7RH1+I4IjkAAFDqGD8OAPwa66WXQT5p8utTqYlTVvUZNq6MCAgwW2zKgIDwda6RnDhf08onHgAAHlo31bJptlU2uj4YlFiP/EdbeD0AwOeRH10eJZJTVvUpiys7AgJsdofBwC+cMsI1faMyDgCAS5JxJC91g002TGfYdUBz+LUKAD6PtdPLpjx1SirnOgW+LMDuyFMKqVDGsHgCAABNYfw4APBrlHRdIVbyyxJKqAAAABRd7g+SJwHVMH4cAPg1ogcAAAAA8CHkcQDg86iPAwAAAAAfQh4HAD6P+jgAAAAA8DLGjwMAv0Z9HAAAAAB4GePHAYBfoz4OAAAAgJt96+z7N9pko0E3Y1wiR5/XFvI4APB51McBAAAAcLN3rW3x+FzZqFxXTx6nNeRxAODzqI8DAAAAAC9j/DgA8GvUxwEAAABw07SXsVbz/NinYi2K41TB+HEA4NeojwMAAADgJiZBF5MgoE3kcQDg86iPAwAAAATgO8jjAMDnUR8HAAAAAF7G+HEA4NeojwMAAAAAL2P8OADwa9THAQAAAIAPIY8DAJ9HfRwAAAAAN/O+Ni8enysbd4wOu6o1+Y+28HoAgM+jPg4AAAAAvIzx4wDAr1EfBwAAAMBNTKWA6o3zY5+QSAE1MH4cAPg16uMAAAAAuGl6Q6A8CWgSeRwA+Dzq4wAAAADAh5DHAYDPoz4OAAAAALyM8eMAwK9RHwcAAAAAXsb4cQDg16iPAwAAAAAfQh4HAD6P+jgAAAAAbtZNtWyabZWNrg8GJdYj/9EWXg8A8G0BBQQAAAAAuMg4kpe6wSYbpjNBAipQVsQub42MPA4AfJLzo18U1Mfl5OQoF2Xbw3PldlzbuELKc+va1vi5Mqtl7D2gLAsZGRmilPjc26DwWwIlyOfeA7wTVOKj7wHeDyWOdwK8/DvBbHYo92Uymc6evfx7VG6Ed0JhynPiyvPrkscBgG+TH/p6vV5+xcoYIs9bO65e4S8J5Ypl4Bu9RB47z4MoUVlZWfL8xIkTwltKZHHwUXwUKHgeeAYUfCko/Pk9oGApcG3zPFz281AiarTRlU/SyUZYJXtmpveGuNHOM6A2ZW51Ol1AgUu6LnkcAPgw5XM/Li5O5nG5ublms9lisdhsNofDkcegcvBLclmQb/5SrI8DAADQkOj8s5NnhDgjUFLkKpjM4PR6vdFoDAwMDAoKkm0llfP8RsjjAMBXKWGc85tAZnCiYOOM3W4nj4PfksuCXC5CQkIEAAAAoAJlRUyuhRkMBpnHGQroCngeyZHHAYCvcuZx8tNfCeCUtszj8goIwP/In0TyPDQ0VAAAAAAqcCuMkORamGwHnOfJjZDHAYAPU74DZPSm1AQpYRzFcfBnSh4XFhYmAAAAAHUoeZyyOqbUx7nusupJJEceBwA+yfkRr9TEKd8HShLnJAD/I7Npec7+qgAAAJnp4syx/Eb5GiI4QqCkOEM33XnOMI79VQHALyjfAeL8UVadlXGEcfBbSh4XHBwsAAAA/NuK+bblv9hkY8DrgbVa6gRKlHPvVGcS53lxnCCPAwDf5TwiuBLJKePHKf8ij4PfksG0OJ/KAQAA+DO9Xq4U2AoaeqOR/KeEuaZvlxrGCfI4APBprh/3SjwnAP+mpNJKKgcAAODPajU3Goz56wvlqxn1eurjVOG2Rubx9cjjAMD3OT/3ieQAxSX9GAIAACiTZB4nTwJquuyfneRxAFCmEEPAz13qngIAAACA95HHAQAAAAAAAN5DHgcAAAAAAAB4D3kcAAAAAAAA4D3kcQAAAAAAAGXN2inmDTPNstFjWGhiPfIfbeH1AAAAAAAAKGtOpTlSN9hkIyczT0BjyOMAAAAAAAAA7yGPAwAAAAAAKGu6DQ2RJwFNIo8DAAAAAAAAvIc8DgAAAAAAAPAe8jgAAAAAAADAe8jjAAAAAAAAAO8hjwMAAAAAAChr9q61pW6wykajHkFxiToBLSGPAwAAAAAAKGv2rLGmjDPJRmI9A3mc1pDHAQAAAAAAAN5DHgcAAAAAAFDW1Gpu1BekPnFV9AIaQx4HAAAAAABQ1tRsZpAnAU3ihQEAAAAAAAC8hzwOAAAAAAAA8B7yOAAAAAAAAMB7yOMAAAAAAAAA7yGPAwAAAAAAKGvmjDGljDPJxqB3I5KSjQJaQh4HAAAAAAAAeA95HAAAAAAAQFkTm6Cr3jg/9gmNChDQGPI4AAAAAACAsqZZ7yB5EtAk8jgAAAAAAADAe8jjAAAAAAAAAO8hjwMAAAAAAAC8hzwOAAAAAAAA8B7yOAAAAAAAgLJm71pb6garbDTqERSXqBPQEvI4AAAAAACAsmbPGmvKOJNsJNYzkMdpDXkcAAAAAAAA4D3kcQAAAAAAAGVN895BtVsYZSO+tl5AY8jjAAAAAAAAypqYBJ08CWgSeRwAAAAAAADgPeRxAAAAAAAAgPeQxwEAAAAAAADeQx4HAAAAAABQ1mSkOU6nO0TB8RxCIgMEtIQ8DgAAAAAAoKxZM8WcMs4kG4PejUhKNgpoCXkcAAAAAAAA4D3kcQAAAAAAAGVNreZGfUHqE1dFL6Ax5HEAAAAAAABlTc1mBnkS0CReGAAAAAAAAMB7yOMAAAAAAAAA7yGPAwAAAAAAALyHPA4AAAAAAADwHvI4AAAAAACAsmbtFPOGmWbZ6DEsNLEe+Y+28HoAAAAAAACUNafSHKkbbLKRk5knoDHkcQAAAAAAAID3kMcBAAAAAACUNd2GhsiTgCaRxwEAAAAAAADeQx4HAAAAAAAAeA95HAAAAAAAAOA95HEAAAAAAACA95DHAQAAAAAAlDUZaY7T6Q7ZiK+tD4kMENAS8jgAAAAAAICyZs0Uc8o4k2wMejciKdkooCXkcQC8Jy8vTwCAmpTPGT5tAO8LCKDyAgAAT5HHAVCd64oxK8kAvICPGsDLZBjnutyRzQGAFtRqbtQXpD5xVfQCGkMeB0BFroUqeQUEAKhJ+ZxxOBwCgHcpGZxrEkcqBwClq2YzgzwJaBIvDAC1OGO4jIwMZxinNLz8A13ZaO+Fc+H3eHrVw9vYQyZT/iApmZmZ4hK5VvfwDJcsrz23fGKIUn2G5cSQkBCdTucM5vz8tQAAoBjkcQBUJH+IOxyOo0ePluKaktbW3C46D95fe9HaCi3zU9Q8MD/Fz49y7szjeOcI3jmezU/pfkF4+Jx4+fm57FfKYDDo9XrdeQGEcQAAFIE8DoAq8s6TeZw8j4+Pj46OFgCgstQj+ZVx1apVEwC8SEbhGRkZFovFUKC0MlYAAHwFeRwAFckwzm6380McAIAyT37dyzxOCeAUhHEAABSFPA6AWlzr4/g5DgBA2Sa/7mUeJxvKzqp5HMQJAErbnDGmlHH5Q3kMejciKdkooCU6AQCqUfI412FoAABAmSS/7q1Wq81ms9vtytY4vv0BACgK9XEA1EJ9HAAA/kN+3cs8zmAwEMYBgEbEJuiqN86PfUKjWB3THOrjAKhC+RWunFMfB5+WkpLSqsDzzz9/wQ4ffvih0uHEiRPicj322GPJyckedl67dq28u2+//Va52LFjxyFDhgiVvf/++3feeaeHndu1azds2DClPX78eDm3S5cuFWXX1q1b5WP89NNPBeDH5Ne9vYAzj+PbHwBKV7PeQUM+i5SnxHoUY2kOeRwAdfFzHGXG8uXL5Xpm4ekLFiwQfmDFihVNmzYVAFCEvP8SAACgaESkAFTHzqooA2JjY0+dOrVmzZpWrVq5Tt++fXt6enpwcHBubq4oJYsWLRIqO3z48P79+4cPHy4u3aACoky75pprVq5cKQD/Rjk8AACeoz4OgOoYPw4+TXn3dujQQVwo+ZJTgoKCynzh2Nq1a41GY4sWLQQAFMF1qAoAAFA88jgAqmODOcqAcuXK1Te/qGMAABAASURBVK9fv3Aet2DBgvbt2xsM7vXm+/fvf/zxx6+77rqOHTvedtttkyZNcuswefLkwYMHX3vttU899dSWLVsK36O8r7vuukt26Nq165AhQ7Zt2yaK4Dp+nDJYW3p6+g8//CAnKvc+ZcoU1/6HDh363//+16tXr5tuuunzzz/Pzc2VV3nzzTdF0VauXNmgQYPAwMAL/jcnJ2fMmDEDBw7s0aPH66+/7jaOXuHx42bNmvXss8/27dtXzp681ksvveRWXag8OZ06dRoxYoSMAr/66ivn8HybNm2S7b///ls+vTIklQ9BPhw5Xf73s88+Gzp06Pvvv2+322Vj4cKFrk/R6NGj5U2NHDmyS5cu9913308//SQ/l3bv3v3MM89069btlltukbfpNs9paWnyruWrIB/XCy+8sGfPHnkV+cQOGjRI3oi8KecjdRs/7oknnhgwYEBGRoacGfkA5QO5//77ZR/XxyhnZvjw4fL1lS/TxIkTlTEB5TMjAJ/FtjcAADzH/qoAVEd9HMoGmf7I9ErmYvXq1VOmpKam7tu3T+Yps2fPdu0p87UHH3xQr9fLq8TExCxevFimXceOHXvggQeUDm+88YaMnGrUqNGnTx8ZCcnwKDo62vUWZH4nryInyjDO4XDIW5DX/eijj5o1a+bJrMqsSl63f//+R48elcHTa6+9FhkZKTMp+a9du3bJmzKZTDIJkvM2bdq0lJSU4m9NLsIrVqwoap9Ts9kswyb5KOS8JScny+RORmkXHGhP8dxzz82bN69SpUpt2rQ5e/asvHf5NMq489FHH1U6yKxQzlW1atXkkyP/9fDDD8u2243IB3X48OFatWpZLJbExEQZ0snkTs5JowLHzuZt2LBh586dMkKVt6xcRT6EGTNmyPxOpm8yU/v4449lkCcnylhQzsm4ceNkklilSpUmTZo470XOknyKZKAm01V5FXkvMpSUT51M6NasWSNfwezsbBkCXvBhnjp16s4772zZsqV8ttetWzdhwoRhw4b99ttvFStWlP+VD1A+zKioKJn0ySdBxnbyUQjAx7HtDQC0Zu9aW+oGq2w06hEUl0g9lraQxwFQHfVxKBtkjiPzOJkfOfO4+fPnGwyG9u3bu+ZxVqv11VdflWHct99+W7t2bTnloYcekmnR2LFj5S3IDG7Hjh0yymncuPGnn35qNBplB/mvMWPG6HTnfiSdPHnyww8/vOqqq+TEsLAwOeX48eMy1hk9evTPP/8sb/misyqDni+++EJpyzuSeZ+MwJQ8Tk7Pycl577332rVrJy/KKO2ix2aVM5yVldW6desL/vfPP/+UYdztt9+ujC5ns9meeuopmQNesPOqVavknPTq1evFF19UpqSlpcmkb+bMmUoet337dplVyXmWeVlQUJCc8ssvv8hnw+120tPTZcIVHx+vXJShmAzjZM+qVasuXL7x9ykLbrvtNnlRvlgygFP6yPzunXfeUfY7vvrqq2+55ZaJEyfKZ0PZ11g+ut69e8vXxTWPk0/jV199pbwu8h5nzZpVuXJl5YmVL6X8WJP95c3KiYUfqUzZBgwYoCSwXbp0iYuLk6/m8uXLb7zxxtzcXPnoZGAqMz7lIcgAV75GAvBxbHsDAK3Zs8aaMs4kG4n1DORxWsPrAUB11MfBpzlHREpISKhVq9bixYud/1q0aFHbtm2Dg4Nd+69evTo1NVXmQUoYJ4WEhMisSt6CTIjkRZk9yXOZ1ChhnHTXXXfFxsY6b+Hvv/82mUyDBw9WwjipfPnyMvCSN7tixQrhAZkWOdsy25J3JOMkUbBT59KlS1u1aqWEcZJMheQdFX9r8k7Dw8NlhnXB/8qUSj5AmespF2VA+dhjjxV1U/I5fPrpp++9917XKfKW5Ywpz7Oy0+jDDz+shHHSwIEDC9eOJScnO8M4ST7bzz33nAzjnFOU3M11z9mIiAhloiR7yldNxm3Ogf8qVKggLx44cMD1XuTT6AxJk5KS5HmnTp2c/5VvBlFQIymK0L17d2e7efPm8vzIkSPyXL6FTp8+feuttzofQv369Xv27CkAH8e2NwAAPEd9HADVUR+HMqNjx45jx45VSqLS0tK2b98uUxW3PkpA06BBA9eJdevW1ev1u3btEgXlZqLgiJzO/8oMS3ZYvny56y2sW7du9+7dzj7KKGnyXzIBFBcTFxfnejE0NFQZoE3OsDx31vcp3Ga1sJUrV7Zu3fqCqbpctOVtypmXd+GcWLNmTbeM0imxgCgoH1u1apV8yJs3b1Yer8VikRncP//8I/775MhETF5UHr6TW0maEpPJmZFXl7fpcDiefPJJ5TaLuoq8L+eurIrAwEAZg7pOkVmhs62Ep65XURJDt6u4cn0VlOdHeRUKP0ZR8CpMnTpVAL6MbW8AoDXNewfVbpH/Gya+9sV3sICXkccBUB1hHMoMJY9btGjR7bffvmDBApmjOUuunI4dOyYKJWJyNbV8+fJKuVZ2dnZwAdcOrkHP8ePH5fkff/xReAaUMreLCgkJcZsiIyrlrkVBTZzrv+SMFXNTMtKSkdnIkSMv+N+cnBx5HhMT4za9mNv8/vvvf/nll9OnT8t2eHh4s2bNrFarjDiV/8o5jIiIcDs+hltwJgqysGVrto6bMLuIOwm4ulUf+WfLIeuDz3wgG3WTb5Tnz775zUtP3BUcdO6oFM7at6IUThUvehVXhV8F5cPwgq+C2xsG8EV83QOA1sQk6ORJQJPI4wCojg3mKDPq1KlTqVKlxYsXyzwuJSWlVatWzl1KnZRg5eTJk64T5WpqRkaGclwCGULlFnCNe7KyspxtJX6aNm1a4RzqCikxmZKFObnNqpvVq1fLvKyo40goZV+nTp1ym3727FnlwAVuJk2a9MUXX8inceDAgY0LyIRr2LBhzjxOPuT9+/fbbDbXSK7w7Uttml+zYt22nXsPCY8N7NPJGcaVogu+Chd8jIBv4eseAADPEZQCUB3jx6Es6dy584YNG44cOSLPZbtwhypVqsjzzZs3u078559/zGazMgSbcr5x40bXDsqurAplj87169e7dtixY8dXX33ldrOXSpm3bdu2uU7csmVLMVdZuXKljBEveMgCUbD6Xbdu3X379mVmZjonnjhxwi1scpo7d648f/311wcPHty0aVOl3EzZF1WprFEe+9atW51XkdPdZtjp9n5dPP9sybNkNb6mttCAwo+x8EXAF1EfBwCA58jjAKiO8eNQlnTs2NHhcLz00kt6vV45Yqmb1q1bV6xY8ZdffnGO/pabm/vRRx+J84dZuPbaa+X5559/ruzsKf3000+uRxLo2bOnwWD45JNP0tLSnLfw7rvvfvvtt4X3DL0k5cuXb9iwoYzYli5dqkyROdrYsWOLucq6deuKOrKqQoaSMmr87LPPlIt2u3306NFFdQ4MzC9PU4ZRU8yZM8d1J1zlKZJPjrxNZcqECRP2799/wVuLLx/buU1j4QGH3Z5nOiq0QT6fYWFhv/76q3J4B3H+qLIC8HFsewMAwHPsrwpAdYRxKEsaNWoUFRW1cePGVq1aRUZGFu4QHBws07qnn356yJAhHTp0kAnakiVLDh8+fPfdd8uriIKDacr2Dz/8cOedd7Zr1y41NVUGZPHx8crAc6Lg6J//93//984779x1113t27evVKnS3LlzZSY1fPjwwkcavVRPPPHE0KFDn3zySRkLxsbGLly4UNnl1m3INoVMynbt2iUfSDE3ePvtty9fvnzy5Ml79uyRYd/q1asPHjwYHh5+wc4ywZRR4L333pucnFy7du1Dhw7Nnj1bPmMyoTtz5oxstGjRonv37nLioEGDZB8ZU65atUo+AzK6uuAc9uneZt3mXafPZIlinUzbFRemlQ+i6OjoRx999K233pJvgy5dushYVr4K8pWV74QLPkbAV/B1DwBak5HmOJ2eP4hwfG19SCRbTbSF+jgAqmODOcoS+X5WdlO94M6qimbNmv3222833njj3r17p06dWr169Q8++ODhhx92dpDtN998s0KFCpMmTZJR3ciRI2UO5XoL8rrjx4+XYc3WrVt/+eWXuLi4jz/+WCZf4orVrVv3q6++uuaaa2TOtWLFin79+r3yyityekREROHOso/RaCxq8DiF7PDpp58+8sgjMlP7448/dDqdvOh2sAKnvn373nPPPVarddGiRWPHjpUp2+OPPy6vK1x24JXzM3DgQJvNJp8cvV7/zTffKHv4XjDjCw4KvLVvZ1GsmKiIk4d3Ci2RT/uoUaPkyzp9+nT5JLzwwgs33XSTKOJVAHwFX/cAoDVrppjHPnpGng5utQloDDuRAVCFo4Bc6zabzTJuqFSpUlRUlABQ2nbt2iXzQRmiOaesXLnysccek5FQ7969RWk7evSoXKWXSaXrxAceeODYsWMynivqWh9/O3Hbrv1F/ffBQb01MnKc4uzZs6dPn65cubLr0Vq/+OKL77///q+//kpISBCADzKZTBkZGZmZmSEhIWFhYfI8KCjIYDDIVJ2cDgBKy5wxppRxJtkY9G5EUrJRQEuojwOgOsaPA7RjxIgRAwcOdI7OJnPzCRMmiIL9cIUGLFu2TMaCrtHbli1bNm7c2KBBg2KuNaBPJ7nSf8F/NapXS1NhnCg4lGr//v1ffvll5xQZz82cObNcuXKEcfBp5G4AoDWxCbrqjQ3yFBrFR7TmMEwJANVxfFVAO7p37/7zzz/369evdevWctlcvXr18ePHe/XqVbVqVaEBcq4iIiLefPPNWbNmJSUl7dy5c/369cHBwffee28x14ovH9uzc8upc5e7TQ8KMg7s01loTGJiYt26deUD3LNnT9OmTdPT01etWpWbmztq1CgB+DK2vQGA1jTrHSRPApqkd908CwAlJa+Aw+Gw2+1ZWVlhYWFyjVoAKG0tWrSIjo4+derUunXrtm7dajQaBw0aNGLECI2E5jKMa9OmjcVi2bt374oVK9LS0po1a/b6669fddVVxV+xZtVKazfvzM7JdZ3Yu2tyg7o1hcbodLqOHTsaDAb56JYvXy4faUJCwsiRI3v27CkAn2Wz2cxms0yW5adKYGCgPJdvcl0BtskBAFAYO5EBUAXjxwHwsq07Uz8Z+5fzYsXyMaOGDzIY9AKA+hg/DgCAS8L4cQBUx/hxALzgmqTqjerVcl68/cYuhHGAN5G7AQDgOfI4AKojjAPgHQP7dFYO7NC6ab2ra1URALyIr3sAADxHHgdAdWwwB+AdsdERPTu3DAoy9u/VQQDwLr7uAUBr1k4xfzvsjDwd2mYT0BiOrwpAdRxfFYDX9OzUIiE+LjwsRADwLurjAEBrTqU5UjfkJ3E5mXxEaw55HADVMX4cAK8xGPRN618lAHgd294AAPAceRwA1VEfB3gfIbi/4WMWpY6PHQDQmm5DQ+RJQJPI4wCojvo4wJuci1tRy50zuCnFDs4+F+2gkdnQ/nwWc7OAd/CWAwDAc+RxAFRHfRyM1HnLAAAQAElEQVTgNUpek+fC9b+Fl8TC+c5F+2ihg2bns3RnQ2kU7s8nMLyDbW8AAHiOPA6A6qiPA7xDWdAcDscX3/xit9udE52lVUMHDxTn05k/J88+fuKUsng6O9zct3u5uBjl4pLla7f+s9v1lqV2yc2uqVtb6bBzd+qClJVuHZKuqtG5fUulQ8bpM79PnKHcvvNeoiLDB958vXM2vvtxotlscZuNwYNuNhoNysWpMxceTjvqvAulZ6+enRITKiodVq3ZtH7TP26z0bJZwyaN6iodUg8cnjV3iVuHGtUTu1/bVumQk5M7/tfJbvMZGhp858A+zvn88bcpWVnZbvN5x4De4eGhysXZ85fuSz3kdi/du7SrUa2y0mHDpn9Wrtnk1qFxgzqtWjRSOhw+cmzqjAWur5o8r5xQ8YaenZQONpv923ET3ObTYDAMHnSTMp+SfMKrJFZq27qpbOt0OkEYBy/izQYAgOfI4wCojjAO8ALXyrhde1Iv2MfuUCKt/PahtKNpR466dcg2mWMcMujJv53jJ07vTT3o1qF+vST7+Q6ZZ7MKd4iOicq/k4LZMFushTvIvK/gFgLyHA55UWZYZovFrY/NkacruBcp7ejxwjciEzTnbJzKOFO4Q+3a1Z2zcSYrp3CH4OAg5y1YbPbCHSIiwpWnS96KnNvU/YfOZmW7z6fdYT8/n+lHTxS+kexs07/zefoC81m1SoJzPuWDKtxBZmr/zqfVVriDDC6dL+v2nXvWb9qe/9DsdmcY5xreAari6x4AAM9RtAJAFY4CVqvVbDanpaVVrFgxOjpaAFCNksTJ5U5mMSNHvSOnPHDvrW59atao6mwfSku3mN2DsISE+OCgQKV9/ETG2bNn3TrExcVGRYYr7bNZWcePn3LrEBEeVr58nNK2WKyHDh9x62AwGqsmVnJelDmXoyCYK2o+j6QfM5ly3TrEx1cIDQlW2qcyMk+fznTrEBMTHRMdqbSzs3OOHjvh1iE0LCS+Qnnnxb37Drh10OsN1aomOC/uP5Bmt9uKmU95F/KO3DpUrFAuLCxUaWecPpORcdqtQ1RUZFzsuc9G+TDlg3XrEBISXCm+QjHzGRCgq1E9UWmvWLVh0tTZbVo1ub57B/15MphTUjkBqMlkMp0uEBISEhYWJs+DgoIMBoN8E/L2A4DSkpHmOJ2e/0MrvrY+JJJPY22hPg6A6ijNALxGieSUfRVd06LCEhPii7+p8uVi5KmYDhHh4fJUTIfAQGPx8yBVr5ZYfAfXNOqCYmOi5KmYDjIRu+hsXLSDazZ3QTJ6K76DzAedEeEFyejtyudTshZw7t5LiRy8hs38AKA1a6aYU8aZZGPQuxFJyUYBLSGPA6A6xo8DvMNZIifgx5TaZCWG0xUgjIN38DYDAMBz5HEAVMeqIOA1SiT34tMPhYSGC/glmcdZLBZnEsfmEHgNbzYA0JpazY36gtQnropeQGPI4wCojvo4wJsokfNzdrvdZrPJc/k24LMX3sS2NwDQmprNDPIkoEm8MABUR30cAHgNuy2jtJD/AgDgOfI4AKqjPg7wGuf4/QL+p3XLxkm1q2ScOslHLkoFnzwAAHhOJwBAZawZAl427pe/v/3hdwE/RjIC7+PrHgAAz1EfB0B1rBYCXrb/YJpOxyY3/6W8+hRLwst4swEA4DnyOACqY/w4wGuoT4EyRACBLLyPzx8A0Jo5Y0wp40yyMejdiKRko4CW8FsNgOoYPw7wJhY3v7Vt++6ff5+6bcc+ZROIa3EcG0XgBbzNAADwHHkcANVRHwd4E3mc3zpzJutQ2tHMM1nOKbwZ4E283wAA8Bz7qwJQHfVxgHfkuRDwV86PXNe3AdtF4AW8xwBAa7oNDZEnAU0ijwOgOtYDAcBrlBjO4XC4XgS8gDcbAACeI48DoDrq4wAvu2PADeHhEQJ+Ke+/BOAtbHsDAMBz5HEAVMcKIeBNcpW4etWEiMhoAX/Fpy5KBW88AAA8Rx4HQHVsMAe8I8CFgH8rPIQcoDY+eQAA8Bx5HADVMX4c4GUscf6pXt3awUEGu80szr8HeCfAm8h/AUBr9q61pW6wykajHkFxiToBLSGPA6A6xo8DvEYpjlu8bG1gYNC1ndoI+JPIiPCqVSqdOnmCGA6lgjceAGjNnjXWlHEm2UisZyCP0xryOACqoz4O8LJFS9fodDryOK1w5ATYc/MCdEIfLgL+/emVZzdbTyzJy9kfEJIYWLGrCCiZX8nss4zSwrY3AAA8Rx4HQHXUxwHwR7bTxuwlhrw9AcIi9Hphy82z5Tjs0dbo6xxBdWX6Zkn727LrA11cW3vquDzToaAag0VJcO6pSjAHL+PNBgBa07x3UO0WRtmIr60X0BjyOACqoz4O8Jq8AgKlKsB2xpC7NDBvvTAYHNlHHKb0PEu2EI4AvUGvE8bUCbbwdubYe/NOLgqvfn1AteGWQ5NNO96/8jxu2/bd8xcurV61UvMm17glcXwIwwv48AEArYlJ0MmTgCaRxwFQHfVxgDeV7OLW85YHcnPNrlOCg4OqJVaqUa1Kp3YtWjdvJNT01Kh31m3aNn/yd6IkjPt18tifJt4xoPf9g/oX/q983gbc+/jZ7JzJP30aFBjonG6z2e4Z9lyLJg2GPzjIk3sJsBwMti3UO3Zbjm0yZ54JCG+UF9TqbMaJ4KjoQH2uI3O9wXw22DYvNHu9yLMZTy/KC84znTXrQiqJK3bmTNahtKOxMZECKA3EvgAAeI48DoDqCOMA78g7T5Qog15ft04t50Wrxbo39dCO3akz5y1+6emHO7drJXxEz67tZR63cPGqC+Zxm7bsOH4yo3vntq5hnHwyX3tvjAy5ZB7nyV0EWA6F5P4UYM88s32qPbJXRPOR+qDyQujyYvaHxlXSGwPzHJbctFkZ/7wYE3UyxBhwNiNX7PnJkhse0eZ3UULyXLhOJCuB2vi6BwDAc+RxAFTHSiDgZSW7VhweHvbJW8+7TrFabeN//3vcr5M//+aXjm1a6HS+sR9EhXKxDa5J2rx15559B2rVqOr233mLV8jz7tf+exAM+TBff+/LhUtXC88E2E4Em6cHCPPxLQvOBN5bq8Vzzk+/kNhKhqDQ/D46Q2jVfvpToafmD41oboiMDc+Jui+y4p0BxihRopzvASISeA1f9wAAeI4diQGojroMwMvaJzft0jFZqMZoNAy+46bqVSsfP5mx/1Ca8B3dC445u2CJe8Rmdzjmp6yMi41u1ugaZcr6TdvuGfacDOOaN64vPGPIXa0Xx7N3TTdHDLSFtnD93DubtjPP4VDaeVZrQKYhRNyaG9Awz5EXYlutEyZRcvL+SwDewvsNAADPUR8HQHWMHwd4k1ziOrRtHhEZLVQWX6Fc6oHDJtO/o8stWb72u18mHUk/ptPpqlSOf2zooLpJNZV/bdux9+GnXnn+yaFGvWHq7EVbtu+Kjoxo26rpw/fdpncpr5s6c8GUWQsPHk5vdE2dOwf2Lnyn3/7454LFK48dPxURHppUq8bTw4dER58bLm38b3/L/374xrMfj/kxLf1ozeqJn7/7ktvVr+3Q+qMvx8tbuG/Qza7T16zfkpWdc0PPTs4Qbdb8ZbL5wlMP1qhaechjW8RF5dmMuSm2rH25AY0S2zwTEKA7m3FCbzCEhEfJJC739DFzVkZQcLh9+7bcrz/N7XtLuSfeMqXNy9k5PFy/TW/aYDP2FCWHj1yUCra9AYDWzBljShmXv9lv0LsRSclGAS2hPg6A6qiPA7zDeUhNLyxxuWbLtp175B1VTTx3IIIpMxe88MbHJ05mdGzXsl3rZmnpxx975vV1m7a5XuvH36d++f1vLZrWf/T+O4yBxj+nzP78m5+d/33742/f/ex7U675uq4dci2W4c++uW//Qderv/bulzJ0k3d6Q4+OdZJqrly36f4RL57MOO3a573Pvz924mRCpYrVqiYWnu2w0JA2rZocPnJ0b+p/bnlBykp53rtHJ+eUG3t1+eGLt7p6XGaoz14ekJeVfSI9usnrMozLn2Iw7Fg5L3XzStOZEw6b1XRoj/mHr81PP2o2W8Lq5Y9GF1yxvVlf12G3GM7MEyVNieQI5uBNvN8AAPAc9XEAVEd9HOBNzlROPQcOHXn3s+/OnMnqc13n8LD8YdFOnT792be/1KxW5eO3n1OmyGDukZGvffD5D99//qazAu7kqYwfv3xbqWhr27rpPQ/n7xD66AN3yos796TOmJNSv95VH7z2jNGY//tk3C+Txv78l3NwuuVrNsxdtLxnl/YjHxusTNy0Zcfw594c++PE/3t0sHPegoyBk3/+TF/0kHbdO7dNWbZm/uJVNatXUabYbLaFy1Yn1apeuVJFZ7c6V9UQl8J4Zq5DZwsIqWsIPzcyXUh4VPkqtdbPmxgaFlEtNjb8i2/sh9OFw2G7aUBQfH6IGaAPDK4+KHf38NAgT4eoK169urWDgwx2W37FoteSWcCJ9xsAaE1sgq564/yfVaFRfERrDnkcANVRHwd4jRLGpSxdExQUfG2nNqIknM4806n33YWnd2zb4pH771DaU2cuys0133VrXyWMk8rFxdxyY89Pvvpx5ZqNbVo2USY2b3yNc/fS6MiI2jWqrtmwRcZhBoNh9vylcuLgO25Swjjp9ltumDht3pmzWcrFCZNmy/OHBt/qTOga1r+6XXLTabMXyYnO++3ZtZ2+2ONLJLdsLDu77rK6fNVGOfPdOl/R06Uz7bTnmURIe4fNqjMY5eeew2YpX6lqdFzFo9lm0ylDtbjqiUdPnGrfMaFt+wBRULzmcBgiGpktNmE7E2A9lmesIK5MZER41SqVTp08wUcuSgXb3gBAa5r1DpInAU0ijwOgOurjAC9LWbZWhlYllccZ9Pq6dWop7dT9h89mZVepHP/iyIevqlnN2efAoSPyfP3mbXtSDzgnph05pvzLmcfFxvznKKLBwYGiYNfXcINh1778KzrHm8u/X4MhqVZ1Gdidv4u0kODgCX/Pcr2FjIxMeX74yNGra58rZ0uILy+KJdO6Lh1bT54+f2/qQaVEbt7iFfLp6nFtW3EFAvLO5mUfzbaezjuyO7xizayj+0wZ6XazKSo2dnFIXFS1pBNV65rDdVEt62fsXhMYHh1esYZOpz+VujvYkZ8eBjjO5IkrzePOzcl/CcBbeL8BAOA58jgAqiOMA7xGjcUtPDzsk7eeV9qnz5x9/7PvU5at+eHXyS8/PUxGdcr0Eycz5LkMuQpfPf3oCWc7ODi4cAdHwYFHs7NMwUGBIf/tEBd37qgU8nEdL7iL8b/9XfgWjqSfcOZxQUGB4mK6d24rZ3XBkvxdVs0Wy7KV61s2bRAZES6uRIAhwJEbEhMXHl9TbwyKqlInPL56xtFD/5s3LahiUIvKtiy7+VClctWr14msWN0YFhkQoMtzOKKqXm1Nt+c/QHHx2fZ0Rv67pyoRCbyGr3sAADxHHgdAdawNAt6k6ipxdGSEjOGeNFbVRQAAEABJREFUGvXOkuVrx/408YG7blGmK4Vvf477KC7mMo/rGhEemmu2mHJzXSO5rOxspSE/RuJio0NDgsd/+ba4YtfUqV2pYvlFS1cPufPmxcvXWqzWK9xZVbIH1gjQ79Pb02UYp0wxO3TfbziwO9MclLW3iuVUS32G3m4+fvxEXM1G5yIznU5nO2QwGoQuOM8YL67YocPp6zZujo4ITapd3a0+js9heAFvMwAAPMfxVQGojvHjAG9Su0RFhkhPD7/PYDD8/tfM1P2HlYkJBUdC2LB5u2vPnXtSv/3xzy3/7PbkZmvXzD8MwqatO10n7ks95GwnxFc4eDj95KkM1w4py9bIu3A7xKonenZpd+DQkQMH0xYsXhkcHNSxTXNxZexhyXq9znZiYZ7DpkxZsTv1j1UbZKP3VZXuSopq175Tww69UjetOJm2z3mt7H2/BIcG2oPrCF0J1MfJPG7ZivWH0o45p1CvBG/i/QYAgOfI4wCojvHjAO/IcyHUVLFC3N239rXZbG999LVyX907t5EJ3Zdjfz1y9LjSx5Sb++EX48b/9ndMdIQnt9mpXUt5/s24Cdk5JmXKL39OP5R21Nnhuq7t5fkb73+da7YoUw4fOfbOJ2NnL1gaGx0lLlH3gtHiZi5Yunrdli4dWsuZF1fGFtk1QB8eHHj27M4v84/lYHf8uHh1xfDQkd1aP9m/T1RkZHi5ytXqt+g4cFhWxkm7zSqfN2vmTv3ZBXqj0RbRUZQo5UVxfRvwIQwvYNsbAGjN2inmb4edkadD22wCGsP+qgBUR30cUPbc1r/XrPlLtu/a98fkWQNu7Fk1sdLwoXd+9OX4+4e/mNyicXzFcgsWr5Rp2kODb61cUDp3UdfUqX3bzb1++XPafY+NSm7R6MCh9DUbtlQsH6cMGydd363Dpq07Z85bPPiR51o3b2Q0GqfOWmiz2V9/fvhlfMJUqli+fr2rfp84w2a39+h8RUdyUOQZYq1R14c4/jAfGnM8L/GkpVKXq6u3SqpZs1JFOXvG0MigyHKyW2hUTNXwJpkn0jPSdsc6poSFWvKMVexhyaLkOBwOtoKgVPCuAwCtOZXmSN2Qn8TlZPIRrTnUxwFQHWuGgJe1T27apWNJRjyFGfT6kcPvk41vx/957MQp2ejds/PXH/+vY9sW/+zcM2Hy7NjY6NGvPDmw33We3+bQewa8/PQj5eJips1OOXL02PAHBzVpWM+1wzMj7nvthRHVq1aevWDZ3IXLmjW+5quP/tew/tXisnTr0EaGcfEVyl32LbixxtycZ0yIjLDmbH0h++DGOzq3rV25kk6nk5+BkZWT9MZze6Tq9IasjONH175vOP2nwSCsEV0dwUmiRMlIzmvFkoAT294AAPAcK8kAVOEoYLVazWbz4cOHK1WqFBV1yTuUAfCc/EK32+02m81iseTm5kZEXuZxFXAF8gynpwenv2HNPZttrxZY/eGg+C76wKi8PIf5zEljWJTekB/JmU+tN6f+oMuYFB4ZZou4NjfhJaEPEyVhxaoNk6bOrl+31rUdWoYUCAoKMhqNer3e9dgOgBpMJlNGRkZmZqZ844WFhSlvP4PBoLz9BAAA+C/2VwWgOurjAO8IcCFQCgJsUT1N+sjgtJcjLQfN+1/M3Pu1oUIPQ1ST04ePhJWrYNCdyk2bHmjZFBp41iDDuKjrzBWfKKkwzpWzLI7PXngTnzwAAHiOPA6A6lghBLyMteJSE6C3R7Q3VXkvOH10iGV/iCPVcupTS5o1zGYPyAjQBRliQgJ14cY8Q7wl6gZLuSFCFyJKTmLl+ORWjaMjQsX59wDvBHgTX/cAAHiOPA6A6lghBLxGKY7bf/BISEhmjepVBEqDI7Sxqepn+uzlhuxVBtPWwJAjwpEjhC7PEOcIqmUJa2ELb+MILplB61zJPC40xHjq5Ak+dVEqeOMBAOA58jgAquP4qoCXjf/1b51O9/pLTwqUkjxDjC3qenk6fzlPeOtjkH2WUVqojwMAwHPkcQBUx/hxAPydF9OxgEIE4BW82QBAazLSHKfTHbIRX1sfEsmntLaQxwFQHfVxgNc4B/KHHzpzNuvAwSO6AEdoaChJHLyPDx8A0Jo1U8wp40yyMejdiKRko4CW6AQAqIz6OMCbWNz81rZ/dv/65/Qt/+xxTnFGcmRz8ALeZgAAeI76OACqoz4O8A6K4+CG9wO8ifcbAGhNreZGfUHqE1dFL6Ax5HEAVEd9HOBNpHJ+Tnn13d4GbBeBF/AeAwCtqdnMIE8CmsQLA0B1RAOAl1WvWtloZIgQ/5X3XwLwCt5sAAB4jjwOgOrYYA54k1zi7hjQKyIyWsBfEcOhVPB1DwCA58jjAKiO/aQA7+CQmhAuxXGCeiV4F+83AAA8Rx4HQHWMHwd4k1zidDqOn+6PIiPDExMqRkaECaA0sD0AAADPkccBUB31cYDXUCLnz+rVqV2xfHTGqZPOtwFvBngT294AQGvmjDGljDPJxqB3I5KSGVxYW9h+DkB11McBXvbaO2Oef+U9Af8T4EIA3sW7DgAAz1EfB0B11McBgNcEFCIAr2DbGwAAniOPA6A66uMAr+HAmnDuqUoSBy/jLQcAWtNtaIg8CWgS+6sCUB3pAAB4wYpVG0Z/+O3y1ZudU5z5CEEJvICvewAAPEd9HADVsR4IeEfeeQJ+zPUNwJsB3sTXPQAAnqM+DoDqGD8O8CYiORROZnlLwAt4mwEA4Dnq4wCojvHjAMBrlM/bPBcC8Aq2vQEA4DnyOACqoz4O8LLnnrw/MipGwF8Rw6FU8K4DAK3Zu9aWusEqG416BMUlsn+ktpDHAVAd9XGAdwS4EADgXXzyAIDW7FljTRlnko3EegbyOK0hjwOgOurjAG/SFcjKzl6+aoPbv8JDQ5NbNXFenL9oud3hcOvTrXNbZ3vN+s0Zp8+4dWjWuH5sTJTS3rUnNfXAYbcOV9WsXr1aZaV99NiJTVt3uHWoWD6uYf06StuUa16yfI1bh+CgoPZtmjsvLlq6ymKxuvXp0KZFUFCg0t6w+Z/jJ065dWhUv26F8rFKe1/qwd37Drh1qFktsVbNakr75KnT6zZudesgH6Z8sErbarMtXLzSrYNBr+/cobXz4tIV63JMJrc+bVo2CQsLVdpbtu48cuy4W4f6da+qFF9BaR84eGTH7r1uHapUjq+TVEtpZ2aeXbVuk1uHqIjwls0bOS9eRiabl51t3rHDunOnZdeuuFGjBHBZ2PYGAIDnyOMAqI76OMA75LImkzh5rtfr04+dnLdgqVuHmOjIhPhocb6MZe6CpY5CeVyNKhWMRoPSYdnyNWnp7vlReIixcsK5/GjNuo0bN7vHbZkZGQ5HrsyqZHv33oPzFix36yDTuqiIIGU2zmblFJ7PsNCQqpXjnPO5cNFyGdu59UmsFBcWGqy0l69cu/9AmlsHo17kms7Fgus3blu1dotbh4yGdYyGcx9NBw+lF56NhErly8WEKbNhNlsKdzAY9DWrVXTO56LFy8+czXbrUyEuQj7tSnvlmnW79rjHgnl2i9WSo7Q3bd21ZPl6tw7169YKCdIp93LBl1XOZXyFKPnfqonlHr5vQJ7DoWSyRUZydrtl717rrl0ygMuP4XbtsqWde/Z0MTHkcbhsbHsDAK1p3juodgujbMTX1gtoDHkcANURxgFe44zkggINrVs0tNls9gLKgGLBQYFnMjOVdWZ53qBeLfkvJTFXllPZNuVk557vUK1KxbjY/CzJtYMMkDJPn1YqsMrFRMgbcR5AwGK1yVNenj3jVEZQoLFgNvSyg3A5yICcGBURpsyGJPu7dZDnQYH/mc86SdWsVpv7fGZn2a1mpZ1YqVxkeIjrLeSHkgF5zvmMjgx1zqdzNmKiwpwd9DpReD7Dw0Kc82l3ONxuQeTncQbX+UyqVTXXbHabT4s5N/O0Q7mRShVig4OMbvMZHGhwzkZ4SFDh2YiLiXDORoDDXrhDaEiw7CBfd5nDBgYGBgUFyRmTbWcqZz92TEnf5Lll507Lnj3Car3g+yf8hhsEcLn4ugcArYlJ0MmTgCZRtAJAFY4CVqvVbDanpaVVrFgxOjpaAFCT/E6Xy53M4CwFzAVkQy6JSiQnCu3M6HYUzsIj0HnYQd7+wbTj2Tm54WHBiZUqKFmQc8bkXLkeYaCoG3EW6132bHjewdnHdT6VefDmfBaeDQ/n0202lDDOUCDwPKPRmLd//8mhQ/MyM4UMXsXFVd+2TQCXxWQynS4QEhISFhYmz53RcAB1cwAAFEJ9HADV5TF+HOAtrtGMEi0FFOy+6mwXjodcEyjhUmHn7FA4HnLrcPpM1pbt+602W61qCZXjy7ndS1EBUzGzodJ8XnQ2PMkNLymw89p8Ki+6PJevu7GAkoMYkpLCe/c+O368Jx/BgXXqCOAK5LGZHwAAj5HHAVBdAOPHAV6kBHBKXqO07XZ74ZIu5aJb+lNUwFRMh3927V+/ZXdoSFDbFvVjosLFheq5PKyPu5LZuGiHombjMurjSnA2lOluY71dxnwqu6bqz1PCOCWhix0xwrptm3n1anExCRMnCuAKBLDtDQAAj5HHAVBdHvVxgFc4wx250MlERmkr2ZySxxXOhpRMx7Weq/BxAFwDJtcbsVis0+ev3HcwvVa1St06NA80Gtw6XPQWLqmD23yqdC8+PZ/OKjnl/NzUwMDy77575Kab7CdPimIY+E2IK5XHtjcAADzGby8AqgugPg7wooDz+z8qDeeOq+J8YOca7jhjnUvtkH7s1E9/zcvONnXr2Lx107rF3IIoIj8SLtU0hTuU1HwW1UF4nHN5eT7FFeRxAecL5VynyA6G8uXLv/de+n33CZtNFCG0QwcBXJkAtr0BgMbMGWNKGWeSjUHvRiQlGwW0hDwOgOryqI8DvEWJv5USOSWdcc1u3NIl8d+jmjpvIaBQfZz4b4y1eNXmqXOXh4eG3j+od7XKFQt3KP5eLruDKJSmFT+fF+1Q4vN5ebNRUvPpmsG5XSu4ZcvYJ5889fbboggVPv3U9aL9xAl9uXICuBR5bHsDAMBj5HEAVBdAfRzgRcoSp+QyF4zbCl/F8w6mXPP4CXO27EitX6f6Xf27hwQHFb6FC97IlXfwzr34+nwWbjhF3n23aeVK08KFohBdoeNfH77+emPVquG33BJ2/fW6iAgBeIBtbwCgNbEJuuqN82Of0Cg+ojWHlWQAqnAUsFqtZrP58OHD8fHx0YXW9wCoqsS/4g8cPvbl+Clnzmb37dm2W/tmAtpTfCDiOHPmyO23W/fudZseOWhQ7LPPOi/mzJlzbPjwczcYGBjapUvEzTcHJycL0hYUzWQyZWRkZGZmhoSEhIWFyfOgoCDl0CLkdAAAFEZ9HADV8UMcKBUlu+jNX7r+z+kpkeFhTz00sEaVeAEfpIuMrPDRR2m33JKXm+s63TWMk0zLlzvbeRZL9owZ8mSIjw+/8cao++8PCAkRwIXwdQ8AgNeh3uUAABAASURBVOd0AgBUxvhxgE/LNVs+/2Hy71MW1qlV9cXHBxHG+TRjrVpxo0a5TgmsU8etT9yLL8aPHx9+000BoaHOibb09DO//SYCAwVQBHa7AQDAc9THAVAd48cBvuvA4WNjfpySkXn2puvbd+/QXMD3hffrZ9648ezvvysXEyZOLNwnuFkzeYp7/vns2bOzJkzIXbtWToy48cYAvd61m/3YMX2FCgIowLY3AAA8Rx4HQHXUxwE+auHyjROmLgoPC/6/h26lLK4skUGbZetW89atwlDcT8GAkJDwvn3lyZqamvXXX2G9erl1SL/rLnkL+X1uvFFfvryAf2PbGwAAnqNoBYAqXI/nkJaWVrFiRY7nAPiQXLPlhz9mr9+y65qk6oNvvS4sNFigbLEdPpx2003BLVpU+PRTcVlyV6xIHzz43AW9PqR9+4ibbw7t2LH4jA9llclkOl2A4zkAgHasnWLeMNMsGz2GhSbW4wtaW3g9AKiO+jjAtxxOP/H5D5MzMs/e2LNdz04tBMoiQ+XK5d96K6RzZ3G57CdP6mJiHBkZBRfspoUL5UkXHR1RcNgH+S8BP8NmfgDQmlNpjtQNNtnIyeQjWnM4ngMA1TF+HOBDUlZsevOTn+12+5NDBxDGlW1XEsZJYb16VV20qMLHH4d07Ch0535SOk6fzj/sQ1CQgP9h2xsAAJ6jPg6A6gjjAJ9gtli//33W+i276tSuev/tvdhHFRdnMIR27SpP9mPHzk6alD1pkjU1NfyGG3QuB2aV7MePM7qcP+DrHgC0pnnvoNotjLIRX1svoDEUrQBQBePHAb7lcPqJL8dPOXEqs0/3Nj07taTMBZcnd+1afWyssUYN14np995r2blT5nShPXsGN2kiUBYxfhwAAJeE+jgAqmP8OEDjFq/a/NvfC0KDg556cECtagkCuFzBzZq5TbGlpeWuXCkbZ8aPlydDYmL49deH9e5trFVLoGxhMz8AAJ5j/DgAqmP8OECzzBbrt79M/2ni3NrVK48aMYgwDiXOlpqqr1Dh34uHDp3+6qvDvXun3Xijeds2gTKEbW8AAHiO+jgAqqM+DtCmI8dOfv7D38o+qtd1bsViCjUEt2lTZf783OXLz06cmD13rrBalemW3buNiYkCZQjb3gAA8Bx5HADVUR8HaNDS1Vt+nbwgJDjw8fv7J9UkFoGadLrgtm3lKe7Mmay//8766y/LP/+EdOyoi4x07WXeujXAYAi8+moB38S2NwDQmow0x+l0hyg4nkNIJJ/S2kIeB0B11McBmmK2WH/8c87qjTvq1K465NbrIsJDBeAVMoCLvPNOebLs2JF3vlDO6fTnn5sWLAisWze8X7/wPn3c0jpoH9veAEBr1kwxp4wzycagdyOSko0CWkIeB0B11McB2nF+H9XTN3Rt3atLMlE5SkXhIjjHmTOmRYtkw/LPP6fk6Z13wrp2jbjppuDkZKFjvGPfwLY3AAA8Rx4HQHWEcYBGLFuz9dfJ84ODAh+//xb2UYWmWA8dMlSubDt48Pxla/aMGfKkr1Ch/BtvBLdpI6B5fN0DgNbUam7UF6Q+cVX0AhpDHgdAdWwwB7Rg4ozFsxetuapG5QfuuIF9VKE1QfXqJc6albtuXdZff2XPnJmXna1Mtx87pqtYUcAX8HUPAFpTs5lBngQ0iRcGgOoYPw4odeP/nLN09ZbObRoP7NNZAFoV3LSpPMU991z29OlZkyblrl0bWKdOYK1arn2sqan2U6dkNwGNoT4OAADPkccBUB3jxwGlyG63f/3z9A1bd9/QNfmGrq0FoHkBISHhN98sT7aDB21Hj7r99+zPP5/58Udj9erht9wS0a+fLjpaQBvY9gYAgOdYSQagCkcBq9VqNpsPHz5cqVKlqKgoAcC7LFbbp9/9tXPvoTtv6tquZQMB+L4DrVs7zpxxXgzt3j1y4MD8wz6gVJlMpoyMjMzMzJCQkLCwMHkeFBRkMBj0ej05HQAAhXG8KgCqoz4OKBU5ptz3x/y+O/XwkNuuJ4xD2WA7ciSwZk3XKTmzZ6cPGXK4V6/sKVMEShW5GwAAnmN/VQCqY/w4oFSM+XHq4fQTj9zTr15SNQGUCYZKleJ//tl2+HDWtGk5M2ZYduxQplv37bMeOiRQqtj2BgBas3aKecNMs2z0GBaaWI/8R1t4PQCojvo4wPuWrdm6Y8/BQTd3I4xD2WOoXDn6gQfkybpnT9akSWd++SXAYIi66y6BUsW2NwDQmlNpjtQNNtnIyWR1THPI4wCojjAO8LIzWTm/T1l4da0qbVvUF0DZZaxVK+bJJ6Puv9/yzz8BYWECpYqvewAAPEceB0B1bDAHvOyH32c5HI57B/YUgB/QRUYGt2r1n0kOx/Fnn4247bbgxo0FvIWvewDQmm5DQ+RJQJM4ngMA1TF+HOBNqzfu2Loz9eZeHaIjwwXgl2QYlz1lyrFHHrGfPCngLdTHAQDgOfI4AKpj/DjAa7Jzcn+ZNK9WtYSOrRsJwC/ZjhzJmT1bNhynTh1//HEBb2HbGwAAniOPA6A66uMAr1mwbH2Oydy3R1sB+CtDpUrl3npLaeeuWZMxerSAV7DtDQAAz5HHAVAd9XGA16zbsjsqIiypZqIA/FhYjx6Rd9yhtDO//9525IiA+tj2BgCA58jjAKiO+jjAO46dOJ2WfqJdywYC8Hsx//d/ziOuZk2ZIqA+tr0BgNbsXWub/61Jnk4ecghoDHkcANVRHwd4x+qN2+V5crN6AvB7AYGBEf37K+1s8jivYNsbAGjNnjXWBWNN8nTyoF1AY8jjAKiOMA7wjvVbdteqnlAuNkoAECLi1luVhnXPHsv27QIq4+seAADPGQQAqIwN5oAXHDtx+tCR43f06yIAFDBWqxY1eHBAZGRwixaBdeoIqIyvewDQmua9g2q3MMpGfG29gMaQxwFQHePHAV6w90D+iPVX1eBIDsC/Yp56SsBbqI8DAK2JSdDJk4AmkccBUB3jxwFecPpMljyPjYkUAFAa2PYGAIDnyOMAqI76OMALzpzNDg8NCTTyzQ6gdLDtDQAAz/GrHYDqqI8DvOD0mazYmAgBAKWEbW8AAHiOPA6A6qiPA7wg82x2bDQ7qwIoNWx7AwDAc+RxAFRHfRzgBZlnsqtVrigAuLLZUhs2VJpVly3TRUcLqIZtbwCgNXPGmFLGmWRj0LsRSclGAS0hjwOgOsI4wAtOnT4TE83+qgBKDV/3AAB4jjwOgOrYYA6UlKwc09hfZtjsdrfpcjXY4chbtnrL5n/2Fr5W1/bNGtatKQBATXzdA4DWxCboqjfOj31Co/iI1hzyOACqY/w4oKSEh4bUrJYwde7yC/73yLFT8uQ2sWL5mHpXVRMAoDLq4wBAa5r1DpInAU3SCQBQGePHASWoZ6cWMVHhnve/o19Xg0EvAEBlbHsDAMBz5HEAVEd9HFCCZLg2sE9nDzu3blovqWaiAAD1se0NAADPkccBUB31cUDJanxN7Ub1al20W1hocP8bOggA8Aq2vQEA4DnyOACqoz4OKHG39u0cFHiRg9bffH2H8NAQAQBewbY3AAA8x/EcAKiO+jigxMVERfTp3uaPqYuK6pBUM7FN82sE4OcMhvjvv1eauuhoATWx7Q0AtGbvWlvqBqtsNOoRFJdIPZa2kMcBUB1hHKCGzm2arFq/ff/ho4X/ZdDrb+/XRQAQIrhlSwGv4OseALRmzxpryjiTbCTWM5DHaQ2vBwDVscEcUINOFyBDtwsuXz07t4wvHysAwIv4ugcAwHPUxwFQHePHASqpllixc5vG85eud51YsXxMz04tBAB4F/VxAKA1zXsH1W6RP+JwfG29gMaQxwFQHePHAerp273tyvX/ZOfkOqcM6N3JYOAnFwBvY9sbAGhNTIJOngQ0iRcGgOqojwPUExRkvPn6Ds6LjerVuiapugAAr2PbGwAAniOPA6A66uMAVbVpfk1SzUTZCAo03tq3swDgZLOl1qunnBynTwuoiW1vAAB4jjwOgOqojwPUdnu/Lga9vk/3NjFREQIASgPb3gAA8BzjxwFQHfVxgNriy8feM6BH0wZJAgBKCdveAEBrMtIcp9MdouB4DiGRfEprC3kcANURxgFe0LzR1QIASg9f9wCgNWummFPGmWRj0LsRSclGAS0hjwOgOjaYAwBQ5vF1DwCA58jjAKiO8eMAtRVVlsKiB8BrqI8DAK2p1dyoL0h94qroBTSGPA6A6hg/DlCPsnAp53vX2mo0PfdjK6CAMp1UDoAX8FEDAFpTs5lBngQ0ieOrAlAd9XGASpxhnN3umPBKzo9PmjbPtdjlhfNc0zoAUBUfNQAAeI6gFIDqqI8D1JB3nszdJr2Ru21B/sGzJr1usVr013TRuVKWQWJx+CODIXrYMKUZEBwsoCY+ZAAA8Bx5HADVEQQAJc41jJv8lnnrPIfzX9PesUsyktMXkFOI5ODPnHkc1Ma2NwAAPMf+qgBUR30cULLcKuO2zLEr06s1OLeZbeb7YuNMq8Visdlsyu6r7LgKQG0k/gAAeI76OACqIwIASpAzjJM521+v5f6z8FxlXJ8nwuu0DZz+SdaWhRZ5ce4nep3BVrdTnnMBpEoOgKr4ugcArVk7xbxhplk2egwLTaxH/qMtvB4AVMfKP1BSignj6rYLlI3rHw0X4lwkN/sD+S0vIzmr8+pEcgDUwwcLAGjNqTRH6gabbORksslEc8jjAKiOlX+gRFw0jBP568NEcgBKB/VxAAB4jjwOgOoYPw64cp6EcQoiOeBfNltqw4ZKs+qyZbroaAHV8JECAFrTbWiIPAloEnkcANWx2g9cIc/DOEXhSM5hs13TlUgOgIrY9gYAgOfI4wCojvo44EpcahincIvk5n6SXyVHJAdAPXyYAADgOfI4AKpjhR+4bJcXximI5AB4E9veAADwHHkcANVRHwdcnisJ4xREcgC8ho8RAAA8Rx4HQHWEccBluPIwTlE4ksvLs9bv9m8HIjkAJYKvewDQmr1rbakb8jfENuoRFJeoE9AS8jgAqmMlH7hUJRXGKdwiuXmfGoUgkgNQwvgAAQCt2bPGmjLOJBuJ9QzkcVpDHgdAdazkA5ekZMM4BZEcALVRHwcAgOfI4wCojvHjAM+pEcYpiOTgjwyG6GHDlGZAcLCAmvjoAACtqdXcqC9IfeKq6AU0hjwOgOpYvQc8pF4YpyCSgx9y5nFQG9veAEBrajYzyJOAJvHCAFAd9XGAJ9QO4xREcgBUwocGAACeI48DoDpW7IGL8k4YpyCSA6AGtr0BAOA58jgAqqM+DiieN8M4BZEcgBLHxwUAAJ4jjwOgOsI4oBjeD+MURHIAShZf9wAAeI48DoDqWJkHilJaYZyCSA5ln82W2rCh0qy6bJkuOlpANXxQAIDWzBljShlnko1B70YkJRsFtIQ8DoDqWJkHLqh0wzgFkRyAkkJ9HAAAniOPA6A6xo8DCtNCGKcgkgNQIvjw3vWYAAAQAElEQVSIAACtiU3QVW+cH/uERvERrTnkcQBUx2o84EY7YZyCSA7AlWPbGwBoTbPeQfIkoEnkcQBUR30c4EprYZyCSA7AFeLDAQAAz5HHAVAdK/CAkzbDOIUSyemN2RvnmAWRHIBLxLY3AAA8Rx4HQHXUxwEKLYdxCpmz9XwoTDaI5ABcKj4WAADwHHkcANURxgHCF8I4JyI5AJeBr3sAADxHHgdAday0AxcM4wJ0ovcIzYVxCiI5lBEGQ/SwYUozIDhYQE18IACA1uxda0vdYJWNRj2C4hJ1AlpCHgdAday0w88VFcbd+FR4UmsthnEKIjmUDc48DmqjPg4AtGbPGmvKOJNsJNYzkMdpDXkcANUxfhz8mY+GcQoiOQCe46MAAADPkccBUB2r6/BbPh3GKYjkAHiIbW8AoDXNewfVbiF/v4n42noBjSGPA6A66uPgn8pAGKdwi+RsVmvj6//9L5EcAAUfAgCgNTEJOnkS0CTyOACqY0UdfqjMhHEK10hu0Zj8KjkiOQBu2PYGAIDnyOMAqI76OPibMhbGKYjk4JNsttSGDZVm1WXLdNHRAqph8QcAwHPkcQBURxgHv1ImwzgFkRyAYvB1DwCA58jjAKiOlXP4jzIcximI5AAUhQUfALQmI81xOj3/52h8bX1IJJ/S2kIeB0B1rJzDT5T5ME5BJAfggqiPAwCtWTPFnDLOJBuD3o1ISjYKaAl5HADVMX4c/IGfhHEKIjkAhbHIAwDgOfI4AKpjtRxlnl+FcQoiOQBu2PYGAFoTm6Cr3jg/9gmN4ieZ5pDHAVAd9XEo2/wwjFMQyQFwxcIOAFrTrHeQPAloEnkcANWxQo4yzG/DOAWRHAAntr0BAOA58jgAqqM+DmWVn4dxCiI5aJrBED1smNIMCA4WUBOLOQAAniOPA6A6wjiUSYRxTkRy0DJnHge18XUPAIDnyOMAqI6VcJQ9hHFuiOQAsIADAOA58jgAqmMlHGUMYdwFEckBfo76OADQmrVTzBtm5v826zEsNLEe+Y+28HoAUB3jx6EsIYwrBpEc4M9YtAFAa06lOVI32GQjJ5PVMc0hjwOgOla/UWYQxl0UkRzgt9j2BgCA58jjAKiO+jiUDYRxHiKSg4bYbKkNGyrNqsuW6aKjBVTDQg0AWtNtaIg8CWgSeRwA1bHijTKAMO6SEMkBfohtbwAAeI48DoDqqI+DryOMuwwyktMbAtbNyBVEcoB/YHEGAMBz5HEAVEcYB59GGHfZut0fKs+J5AA/wdc9AACeI48DoDpWtuG7COOuEJEc4D9YkAEA8Bx5HADVsbINH0UYVyKI5AA/QX0cAGhNRprjdHr+L9j42vqQSH5raQt5HADVMX4cfBFhXAkikgP8AYswAGjNminmlHEm2Rj0bkRSslFAS8jjAKiO1Wz4HMK4EkckB5R5bHsDAMBz5HEAVEd9HHwLYZxK3CI5u9XarO+//yWSgyoMhuhhw5RmQHCwgJpYeAFAa2o1N+oLUp+4KnoBjSGPA6A6VrDhQwjjVOUayS0Zm18lRyQHtTnzOKiNbW8AoDU1mxnkSUCTeGEAqI76OPgKwjgvIJIDyioWWwAAPEceB0B1hHHwCYRxXkMkB5RJfN0DAOA58jgAqmOlGtpHGOdlRHJA2cMCCwCA58jjAKiOlWpoHGFcqSCSA8oY6uMAAPAceRwA1TF+HLSMMK4UEclBdTZbasOGSrPqsmW66GgB1bCoAoDWzBljShlnko1B70YkJRsFtIQ8DoDqWJ2GZhHGlToiOaDMYNsbAACeI48DoDrq46BNhHEaQSQHlA0spACgNbEJuuqN82Of0Cg+ojWHPA6A6liRhgYRxmkKkRxQBrDtDQC0plnvIHkS0CTyOACqoz4OWkMYp0FEcoCvY/EEAMBz5HEAVEcYB00hjNMsIjnAp/F1DwCA58jjAKiOlWdoB2GcxhHJAb6LBRMAAM+RxwFQHSvP0AjCOJ9AJAf4KOrjAADwHHkcANUxfhy0gDDOhxDJocQYDNHDhinNgOBgATWxSAKA1uxda0vdYJWNRj2C4hJ1AlpCHgdAdaw2o9QRxvkcIjmUFGceB7Wx7Q0AtGbPGmvKOJNsJNYzkMdpDXkcANVRH4fSRRjno4jkAN/CwggAgOfI4wCojhVmlCLCOJ9GJAf4ELa9AYDWNO8dVLuF/AUl4mvrBTSGPA6A6qiPQ2khjCsDZCRnCBSrJhPJAVrHYggAWhOToJMnAU0ijwOgOsI4lArCuDKj8935VXJEcoDG8XUPAIDnyOMAqI6VZHgfYVwZQySHy2SzpTZsqDSrLlumi44WUA0LIAAAniOPA6A6VpLhZYRxZRKRHKBx1McBAOA58jgAqmP8OHgTYVwZRiQHaBmLHgAAniOPA6A6Vo/hNYRxZR6RHKBZbHsDAK2ZM8aUMs4kG4PejUhKNgpoCXkcANVRHwfvIIzzE26RnN1qa9nf6vwvkRxQWljoAADwHHkcANWxYgwvIIzzK66R3PLx8scMkRxQ+tj2BgBaE5ugq944P/YJjeJHkeaQxwFQHfVxUBthnB8ikgO0hsUNALSmWe8geRLQJPI4AKojjIOqCOP8FpEcoCl83QMA4DnyOACqY2UY6iGM83NEcrgIgyF62DClGRAcLKAmFjQAADxHHgdAdawMQyWEcRCFIjmd3ta8H5Ec/uXM46A26uMAAPAceRwA1TF+HNRAGAcn10hu6ff5VXJEcoD3sYgBAOA58jgAqmM1GCWOMA5uiOSAUse2NwDQmrVTzBtmmmWjx7DQxHrkP9rC6wFAddTHoWQRxuGCiOSA0sXCBQBacyrNkbrBJhs5mayOaQ55HADVsQKMEkQYh2LISM5hF2umEskBpYBtbwAAeI48DoDqqI9DSSGMw0V1GZxfJUckh3NsttSGDZVm1WXLdNHRAqphsQIArek2NESeBDSJPA6A6gjjUCII4+Aht0hOb7Q1uYFIDlAdX/cAAHiOPA6A6ljpxZUjjMMlcY3kUr7Or5IjkgPUxgIFAIDnyOMAqI6VXlwhwjhcBiI5wMuojwMAwHPkcQBUx/hxuBKEcbhsRHKAN7EoAQDgOfI4AKpjdReXjTAOV4hIDvAatr0BgNZkpDlOp+f/fo6vrQ+J5NeOtpDHAVAd9XG4PIRxKBFEcoB3sBABgNasmWJOGWeSjUHvRiQlGwW0hDwOgOpY0cVlIIxDCSKSA7yAbW8AAHiOPA6A6qiPw6UijEOJI5LzUwZD9LBhSjMgOFhATSw+AKA1tZob9QWpT1wVvYDGkMcBUB1hHC4JYRxUIiM5uy1v/UyzIJLzJ848Dmrj6x4AtKZmM4M8CWgSLwwA1bFyC88RxkFV3R8Ik+dEcoAaWHAAAPAceRwA1bFyCw8RxsEL3CI5ncHaqOe//yWSAy4b9XEAAHiOPA6A6hg/Dp5whnE2q+O3F0x7V+W/Z3R60f/5iBqNORoUSpKM5OTn0roZ+WPJLfzCmOewNr7+3/8SyQGXh0UGAADPkccBUB2rtbgowjh4Wbf78w/voERyi8bI9xiRHHCl2PYGAIDnyOMAqI76OBTPGcZZLfbfR+USxsE7iOT8gs2W2rCh0qy6bJkuOlpANSwsAKA1c8aYUsaZZGPQuxFJyfyu1hbyOACqI4xDMQjjUIqI5IASxNc9AACeI48DoDpWZVEUwjiUOiI5oKSwmAAA4DnyOACqY1UWF0QYB40gkgNKBPVxAKA13YaGyJOAJpHHAVAd48ehMMI4aIqM5AyBYtVkIjng8rGAAADgOfI4AKpjJRZunGGcxWz/40XCOGhC57vzq+SckZzdam3W99//EskBF8W2NwAAPEceB0B11MfBlWsY99tz5tR1hHHQCtdIbsnY/Co5IjnAcywaAAB4jjwOgOpYfYVToTDOISfqjeLmZwnjoAlEcsBlY9sbAACeI48DoDrq46AoKowbMCqyan2+j6AVRHJlisEQPWyY0gwIDhZQEwsFAACeY/0HgOoI4yAI4+BTiOTKEmceB7XxdQ8AgOdYBQKgOlZZQRgHn0MkB1wqFgcAADzHWhAA1bHK6ucI4+CjiOSAS0J9HAAAntMJAFAZ48f5s1IJ43ZuTO1Z7f5iTsOu/58oaTlZuX//sMB58eb6jz15y+hi+ve9etgLd38orsBXr/7+WO/XL/ivI/uPp0xdI9S0cdn2l4d82r/BY0O7vWQ2WYrv/OfXs+XTvmbhVnG50lKPv/fkd/d1eqFf3Uce6PKifOyWXKtQn4zkWvY9N+iYjOTWTrZbC9jtdofDoXyy8fkGKMimAfiJMWPGdOzYMTIyctCgQUIFK1askJ+ob775pnKxd+/e6n3ArlmzRt74888/72F/2fn6668XKAkUJgBQHfUjfqu0KuNCwoObtKvrvLh/Z9qpY5l1m9YMDg1SplRIjBMl7an+bwfoAvrc3Vl4y7rF25q2r1d4+vG0jPu7jLrhzk4dbmgu1JFx/MyL935izrXUrl+1QuW4oJBAoaZD+44O7/169llTw9ZXJ3drvGX1ronfzNm6etfo3/5P7bsWVMkBHiObBuAPpkyZ8uCDD4aEhDRr1qxWrVoCuFzkcQBUR32cfyrF3VSr1Ip/86cnnBfffOSrRVNWP/LanbWuqSJUk5OVGxYZ4rz455aPhZrSD55I3XH4vuduKfwvi8Vqs9qFmvZtPyTDuFse7Dnk2ZuF+r55fYIM4+59+qaBD1+nTPnt8xnfvT3xp4+mDn7mJqE+IjkfZrOlNmyoNKsuW6aLjhZQDYsAAH+wevVqeT5hwgTKxHCF2F8VgOpYTfVDzjDObGLMOFVsXrEzKDiwYfLVojRYrTZ5XiEhVqjP4cjbsnJHuUox/Yf2cE6UUaB8+BuW/iO8RUZy7Qaey1tlJLdqgoMdVwE3LAIA/IHZbJbnVatWFcCVIY8DoDrq4/zNf8K4ZzUaxmWfNX3y/I/3dXqh79XD7u8y6qtXf7fb7JfUweng7vSe1e5PP3hiz9aDsiF7ikLjx+Vkm3/8YMrDPV+5o+VT8mYzjp9x/ktOl9dKmbra9TbXL/lHTvzr27lFzf/6pf/Ua14rMMj9+Zz+U8qQjvkjgEz6bp68heWzNyjTD+07+vJ9n93ZeuRN1zw67Pr/zfxtidsVL9rB6bHer7907yey8dmLP8u7kPeoTF80ZfVbj34t710+dvlI33/q+6LGlTu4J31gk8dvbfbkgV1HnBN//mjqg91f7lf3kbvbPvPqg19knsxSptus9kffGPTgiwP1+n9/tOh0AeHRoaacXOFFbQeGdLorVGkvH28gkgPcsO0NQNkmv/HlB93o0fk/8Bo0aCDb27dvV/716quvNmzYMCIiokaNGv379z9x4oTbdYvvkJqaev/991euXLlp06ZvvPGGxXKBX1D79u3r3LlzTExMmzZt3nzzTSUWdDp69OgLL7zQpUuXyMhIeRddu3b9+++/3e5i2LBhV199dWxsbPfu3ZcvX37Bc0YrTQAAEABJREFUx5idnd26dWuj0fj7778LD8ifQPIJady4sXxoNWvWlA/t2LFjnnfo169fvXr15s6dKx+UnHPZfvbZZ0+fPi38A3kcANWxgupX3MK4/RvzwzhDoLbCuJys3OF935j246LEmhX73tslMiZ84jdzRt37sQxVPOzgSv73rif6RkSFxlWMko2m7a9x62DJtT498J0fP/w7pkLUtX1bb1+/94mb37KdT/e63NRani+Zvs71KinT8sfW7dy35QXnXz69axdtaXKhweNq16/ab0hX2ZBpnZyZxJrxsr1jQ+qwnv/bvGJH4zZ1rrutg4zJPhz5w08fTnFe66IdXPW8tb0yz627NpJ3Ie9RtkcP/+bNR77avXl/s071W3drlH7g+Ow/lv788dTCVz+ZfvqFuz6Uz+MbPz5e9apKykQZ3o17f3L+CMF3dLy6cc0VczaO6PeGklrKzLFj7xbtrm/meiMLJq+St9O03TXCu1rdGEwkBxSFNz+Ask3+UPnf//7XsWNH2X700Udlu1y5crI9ePDgF198Uf536NChrVq1kkGYjLRkQOa8YvEdtm7d2rJly3Hjxl177bXt27f//PPPH3jggcL33qNHj1OnTsnYLjw8/LnnnmvXrl1W1rmNlytWrLjmmmvee+89maPJ68bHx8+bN++ee+5JT09XOixdurRJkybfffdd8+bNb7vttm3btsmrT58+3e0ubDbbzTffvHr1atlzwIABwgO33377008/HRwc/PDDD8vQ7c8//5QP8ODBg553OH78+E033ZSUlPTjjz/eeeedH374oXyGnQ+tbGOnIQCqY4O5/ygqjBv4cmRiHQ1943z9+h+H9qSP/HDItf1aK1O+ef2PCV/Nnv3bkp63tfekg6uouPDbh98g46ewyBDZKHx3039J2bV5f/+hPe57rr+8eI/N/urQL47sP678t1K18jI7WzF3gwwBQ8PzD+Vps9oXT13dvGP96HKRF5z/vdsOZZ7Katb+AmlUUqPqYVGhf307N6lBdWVmrBbbh0//oDfo3p/4TLWkBDnlzif6vHLfpzIs63BDiyq14y/awe0urr+jQ1yl6HkTVzTrcE3vguNXbFi6ff6klfKZGfHWXUqfowdPPtrntQV/r7z36f+M73Y2M+f5uz7MPpPzxk9P1qybqExcu2irfPbkzT7y2p06Xf7HxZbVu2WCKWdg2Ku3F36My+dufPeJsXHx0bc/2kt4nYzk5PnCcTmiIJKTL1fL/v8e6ZWx5ODPeNsDKNvkt/yoUaNkVLRo0SIZe9WvX19OnD17tkyvZNAmczTZQRSEX506dXr11Vc//fRTTzq8/PLLMpOaOXOmTNzkxeeff75NmzaF771mzZqTJk2SwZZsP/vss2+99dZHH32kHBdVnufk5GzevLl27dpK55EjR77zzjtTp06977775CZDmc3l5ubK2ZbBnygo1pPR2IMPPrhv3z7n7ctfL3ffffesWbO++eYbmYsJD8gE7bfffnN9aNOmTbvhhhvk/Mh40ZMO0okTJ2RU99lnn8l2nz59rrrqKhkFyv7yIYiyjvo4AKpj1dRPOCsjLLmOX5/J1WwYZ8m1zvxlccPWVzuzNmnQE31l+KXsH3rRDpdq0d+rwvOjut7KRb1BP/iZ/xwGoVPvlhazbcWcc/uWrl64OeuMqWOfFkXd4NrFW6Niw2vWSxQe2LR8x77th/rd103J2qSQ0KDBz/S32x2Tvp/rSYeLqlilnEziBjx4ncuUuKsaVDt26JTyrlA+AaxW68tDPjl2+OSrP4xIaljN2Xnyd/Pk+b0jb1bCOKl+i9odbmg+dfxCmVG63deq+ZtfG/pFbIXIt35+MqpchCgNblVyK/+wy4cmNym7VskBfog3PwA/9PHH+YfwevPNN5W8SWrbtq1MlL744ouzZ89etMPp06cnT57crVs3JYyTKlSo8H//93+F7+j1119XwjhREMDFxMRMmDBBuTh8+PCvv/7aGcZJvXvn/+w8ciR/YJA1a9bs3r1bZm1KGCfFxsZ+++23MtGzWCzKjzR5/vjjj//8888yFxsyZIjwjLzTqKiot99+2/nQevXq1a9fv/Hjx6elpXnSQSHjRWe7f//+NWrU+OWXX4QfoD4OgOoYP85/yBda5hF/jMo9sCn/FTcGiltGaSuMEwWDl8n5rNu0puvEoJDAqxtWXzl/kynHnLbvWPEdZFwlPCZvavv6ffLWQsP+vVbVqyqFRfx7MFaZPY159fclM9YpCeDiaWvlXbTp2bSo21y/eFuzjvU9jLkP7s3fVaFO4/88nKsaVDUY9fv+OeRJh4uqVLVcpar5ZYMyRty4bPvalC3b1+3dW3Bdq9kWGGxUPgG+evX3I/uPR8VFJFSr4DaHEVGhU36Y7zrx1PEz8lppqceU/WEV2WdNbz/2dXBI4Gs/jKhSK16UHhnJ5dnzFv1kku0VPxqDQu1Ne9t0BdgCAb/FOx+AH9q+fbuMxpRKN6f09HT5k1imYE2aNCm+g4zk5Fa9pk3/86uvWbNmbvcSEhLi2ic8PLxBgwYpKSm5ubkypOvTp48o+M25bt26uXPnLly4cOXKlXKK/K8837Rpkzxv0eI/G3plAqg0lB9pv/766549e2SjXr0LDIdSFHnLcjZk4uY6sXXr1n/99dfGjRsTEhIu2kFeDAwMTEz8dxuz/CqpW7fu9OnT5ZZOg6GMB1bkcQBUx9qpX5Evd7MbdXvX5BfHWS3iyG5blWu09V1zPD1DnkeXd98VVJmScezMRTuEVC8vPGbKNsvnJDLWvZKrXHzMv7dcLrJFp/prFm7Oyco1GPTLZ61v07OJa37nymK2bVuz55HX7hCeOZmW/3Bi/vtw5CJZsXJcxrFMTzp44vcvZ04eO/fk0fz+UbHhjZLrWCy2Q3vSXfvIMK5uk5r/rN/7/bt/DX9zkDJRPjnpB07I83HvTy58s8cOn3TN49Yu2iojuSHP9XeW8pWiwztsSiO8nL1yQ7PdHmS32537qwqyCfgftr0B8Dfyc2/fvn0yWXvxxRcL/3f//v2NGzcuvoMSOZUv/5/flkpQ5apKlSpuvysqVqwoCg4xIQoywREjRsyaNUv5V7t27a677rqff/5ZuXjmTP6AvBUqVBBFk2FccnLy8uXLH3vssbVr1xqNRnExSnGfMhuFZ+zIkSMX7aBcrFatmluHiIgI5fZljinKNPI4AKqjPs5/KIPHVW8m+r7omPJ6gMMesOCHHL1RNLs+WGhGbMGgbKddjnCqUKZExobHZl6kg7gUIWFBchHIPOF+a1lnsstX/vdHRqe+LVfM3bhs1vrAIIMpx9ypT6uibnDT8h3mXEuD1knCM9EVCmLE/z4c+TJlHM+sUruSJx0uauZvS8a++WfdpjX73NPlmma167WoLVOpF+7+0C2P6/9A97uevPHh616Z8XNK15vbXNO8llCCv8S4kLDgL2a9dNE7OnropDxv2OpqUarsNjHh9bOpG/OHjQuNtXUdmRESI8M4AzurapHBED1smNIMCNbQB1GZRAYNwN/Izz0ZJ8n8aOPGjUX1Kb7DkiX5R7R3PfiDVPgAo4WnZGRkxMfHh4WFWa3WPn36pKamPv744w0bNuzVq5dM9+TNOvM4Jd07fvy4KFqnTp1mzJjxwAMPjB8//r333nvmmWfExUQUcJtz52MpV67cRTsoF12P7aA4cOCAOJ/KlW2MHwdAddTH+Rslkus50qLT52cTc7/JWTs9V2hGper5mwe3rt3tOtGSa921ZX9izYrhkSEX7XDBmy3qPZ5fdd+05v6dh8+eznFOPHUsUyklc2rTvYm85TULt6yctymuYlTTDkXuLLBu8dbqV1eOr1KuqA4B4j+zklDwcLZv2Os6cdfmAznZ5loFpWcX7XBRS2eslecjP7p/4MPX1W91lTIM3JHU/J99rvlU47b1AoONQ1+8VbY/eW683e5QpleqVj51x+FT/63FWz5nw88fTXVLCTv0av72r09VTfIoJVSJaxgXEmPtMOJISMy5YeMUAhoj8zjlRB6nNt7/APxQrVq1tmzZ4jySqeLvv/9+9dVXleCp+A4yQRMFB0h1/a/s73YvJ06cOHbsmPOi/OGxffv2q666SrZXrVq1a9euQYMGvf/++/fcc49SaqccqEH5WK5ZM39MknXr1rne4Icffiivvn79euVimzZtgoODR48eHRMTI2escEZ2QXXr1pWz6pYVKo+lefPmnnQQBTvVuj5e+TDlXLVs2bLM76wqyOMAeAH1cf5GiV+rNLZ3Hn5Wg5FcRFRox94ttqzcNf+vf3/6jHtvksyD2vdq7kmHC9IbDbnZ5gv+K7l7E5ltff/uROWizKG+fPlXtz4yqGrTs+naxVs3Lt/R4YYWen2RX9BbVu1q2r64oT0MRr08N5nOzUzTdvVk4DXp27n7d54bN9dssox9K38A4PbXN/ekw0UZjPk/mCy5FueUxdPWHk7N/9VYeNFv0bm+fHplADdp7LmDRXS5KVl+RHw48gd5v8qU9IMnPnpmvHz+o/97xIaKVeIaJV99SeP3lSzXMC442tLmkYOhsY6A/xKAv+L9D8AP3XXXXTIdu++++0wmkzIlNTX1gQce+PHHH5VdRIvvEBkZ2bt378WLF//222/Kf2X09vLLL7vdi9ser+PGjTt06JDM4GQ7KCj/d1F2drbzv2az+fPPPxfn87hmzZrJ8Ou7777bvHmz0kFed+zYsVlZWcohYp3i4+Nfe+21nJycRx55RHjg7rvvllnbM888I2dPmTJjxoy//vqrY8eOSlHeRTsonn/+eav13NHq33rrLZnQDR48WPgB9lcFoDrCOP/hmkro9fqqTSwdHjmd8mm0wx4gIznZQSM7rg59ceDBPemjR3ybMmV11aTKW9fu3rpqV+O2dW57pJeHHQqrkBC7bvG2pwaMbtWl0S1De7j+68bBXdYt3jpt/CIZeNVpXHPT8h2H9x0tvN9rp94tZ/++9KzI7tinZVH3cuzwqV2b99/2aJGzIQqGb5OJVcrfq48dOnnL0J5NO9R7YvQ9rz385RM3vZXcvXFUbMTK+ZsO7Um//bEbmrSrKwoOVVF8h4tq3a3x8tkbRvR9o0XnBtWvrnzkwLH5f60MiwjJPmvKPpMTHBro1l8+vavnb/rpg787920VWyGq683J29bunv5TyiM3vNqyc0NDoGHGLyk2s3XElw+5rd5/NurnKeMWPPnuvd1uaSO8rnAYFxYn5PvcUEA2lMHjBOCv+LoH4IdkKLZ06dIxY8bI2Ov666+X6dhXX30lE7E///xT+VVw0Q4fffTRpk2bbr311okTJ1auXFnGVYVLw0JCQr7++uujR4/eeeedGzZskKHVgAEDZMYn/9WwYcM6derIOG/79u09e/aU1500aZJM3OS/MjPzdz6QP1G++OKLPn36tG/fvl+/fmFhYbKzTP1kt8LjxD300EMyqvv777/lf2+88cbiH7vsrGagbZgAABAASURBVDw0OUsyYtu1a9fkyZOrV6/+zTffeNhBMXfu3DZt2lx77bWrVq1auHBh165dPT/Gq0+jPg6A6lhB9StKEqckFPI7vmoTR7uHTzmr5FZO0kSVnMyAPv77+fuev8Vkskz7caFMUR57Y9Dr4x8PDDZ62KGwu5/qFxcfvXPDvvSD7sNzGAMNr/0w/P4XbjHnWKb8sEDe2mvjR0QVyuMata0jQ7qqtSvVaVyjqHvZuGx7YJCxfqviBo+T+ZoMvByOvF2bUpVjUzRonTRm9svX3dZeBoKzJyytUiv+9XEj7nqyr/MqF+1QvB4D2t4+/AaL2Zoybc1PH005eujU0JduHfz0zfJf29buKdxfPr2DnrwxJ9v85SvnNgXLp/d/3z1WPany3D+XLZy8snmHaz6eNqp+i9pCM9zCuNYP7w+Ly5Pv8MDAQOXdrjuPKjn4Ld75APzTl19+OW3atPr1648bN+7nn3/u0aPH2rVr27Zt62GHGjVqrFy5csSIEWvWrPn+++/r1q37+++/u91FYmLirFmz0tPT77nnHiXhkpma8qkrf4pMmDChUaNGGzdufPvtt7/77ruWLVvKm5LR3vLly5WrN2/efMuWLQ888MDmzZvlDDRu3HjevHl9+17gl568TTm38vfMU0895SzoK4rs/NNPP8m5TUhI+Pbbb/ft2zdq1Cj50GrXru1hB4XM4OT8//DDD1lZWTKdnDFjhj/srCqxExkAVTgKWK1WufHn8OHDlSpVcjvQNcoe5QtFntvtdpvNJl99i8ViLrBvTd6Sz2PzHPkbgTrdFdrqRkZxuoCTRzPvSh4pU7CBw64X0JLCYVxE+QD58zeoQHBwsGwbCzir5Agm4G/kaltGRkZmZmZISEhYWJg8l0uHUjrK4gAAuKB+/fpNmjRJrjX4SQDnhv1VAaiO8eP8hPOFlnmEXAFzjm0vz2s0t4iHTymR3MJx+TuuEskV9tvn0+WTeG2/ZAEtKSaMc57LJI5dVjXKZkstGCpbqrpsmS46WkA1vPkBAPAceRwA1XF8Vf/hfKFlKuG2mYtIrhiP93vTZrXv2ry/523tyyfECGhG8WFccHCwUgHkFsbxiQf/xLY3AAA8x/hxAFRHfZxfUfbUUwbSUoaQk5Qd+mo0D2j38KkAXf7xlWQkp5Gx5LQgPCr02OGTN97b5aGXbhXQDA/DONfdVAVhHPwYb34AADxHfRwA1VEf52+Ul1vGE/KcKjlPvPr9cAGNudQwTnnD81kHf8a2NwDAJfnrr7+EH6M+DoDqqI/zQ1TJwacRxgGXgUUAAADPkccBUB1hnH8ikoOPIowDLg9f9wAAeI48DoDqWE31W0Ry8DmEccBlY0EAAMBzjB8HQHWMH+fPGEsOPoQwDrgS1McBgNZsS7HsWm6RjVb9g+Nrkf9oC68HANUxfpyfI5KDTyCMK5sMhuhhw5RmQDAfL+picQAArQkO00WU08uGMYidIzWHPA6A6qiPA5EcNI4wrgxz5nFQG9veAEBrajYzyJOAJhGRAlAd9XEQjCUHDSOMA0oECwUAAJ4jjwOgOurjoCCSgwYRxgElhW1vAAB4jjwOgOqoj4OTB5Fc/luFSA7eQRgHlCAWDQAAPEceB0B1hHFwVXwk1+YBIjl4CWEcULL4ugcAwHMM7AdAday+wk0xh3eo1doixKllX8XmOQI4vAPUQxjnL2y21IYNlWbVZct00dECqmEBAQCtWTvFvGGmWTZ6DAtNrEf+oy28HgBUx/hxKIxIDqWIMA5QA/VxAKA1p9IcqRtsspGTyUe05pDHAVAd48fhgoqJ5Gq2MhPJQSWEcYBKWEwAAPAceRwA1VEfh6IQycHLCOMA9bDtDQC0ptvQEHkS0CTyOACqoz4OxbhgJKe8YZRIbumXcaLg8A4OW15yf35P4PIRxgGqYmEBAMBz5HEAVEd9HIp3sSq5k0qVXMrPJp0hgCo5XB7COEBtbHsDAMBz5HEAVEd9HC6KHVehKsI4wAtYZAAA8Bx5HADVEcbBE8VHcgEBGUvHxBDJ4TIQxgHewdc9AACeI48DoDpWa+GhYiK5Gi3NeSJj6RexgrHkcCkI4/ydwRA9bJjSDAgmx1cXCw4AaM3etbbUDfm/ghr1CIpL1AloCXkcANUxfhw8V1yVXEuzyGMsOVwCm0X8+SZhnL9z5nFQG/VxAKA1e9ZYU8aZZCOxnoE8TmvI4wCojvHjcEkYSw4lQoZxf7x65sBWmyCMA7yCxQcAAM+RxwFQHfVxuFSMJYcrRBgHeB/b3gBAa5r3Dqrdwigb8bX1AhpDHgdAddTH4TIUP5acEP9GcjZzXtuBjCWHfxHGAaWChQgAtCYmQSdPAppEHgdAddTH4fJc5PAOeed2XF3ym8mSm9f57lABEMYBpYdtbwAAeI48DoDqqI/DZfNwLLlVk3PlFCI5EMahsPS771YaFT//PCAsTEA1LEoAAHiOPA6A6gjjcCWI5OAhwjhcgM2Wu3q10syzWnmxVcXXPQAAniOPA6A6VndxhYjkcFGEcUCpY4ECAMBz5HEAVMf4cbhyRHIoBmEcoAXUxwGA1swZY0oZZ5KNQe9GJCUbBbSEPA6A6hg/DiWCSA4X5BrGBUVaCeOA0sJiBQCA58jjAKiO+jiUFCI5uHEL41oRxgGlh21vAKA1sQm66o3zfzOHRvHjR3PI4wCojvo4lCAiOTgVDuOiKgrCOKC0sHABgNY06x0kTwKaRB4HQHXUx6FkEclBFBHGyeiNMA4oLWx7AwDAc+RxAFRHfRxKHJGcnysqjJMxHGEc/sNgiB42TGkGBAcLqIlFDAAAz5HHAVAdYRzUQCTntwjjcEmceRzUxtc9AACeI48DoDpWg6ESIjk/RBgHaBYLGgAAniOPA6A6xo+Deojk/AphHKBl1McBwP+zdx/gUVR7H8dPtqRCeiMECBB6Jwm9SEdpdlFAFEQE7L567eWqV0VsKIgiKCB2BQSk914CoYUOoYUE0iF1N8t7dgfXGNoCmWSy+X6eeeY5OzO72Zad3d/5zxmtiZ2bH7dQfiUWvcZ4hjck/9EWXg8AqmP8OKiKSK6CIIwDNI5/NwDQmrRES0Kc9btTTiY/xzSHPA6A6qiPg9qI5JweYRygffS9AQDgOPI4AKqjPg6lgEjOiRHG4WYkDR2qNEImTnTx8hJQDf90AKA10f3cImOMshEaqRfQGPI4AKqjPg6lw4FILuCCRRDJlS+mfPHbO4RxuFFmc96WLUrzgsnE20JV9L0BgNb4henkJKBJ5HEAVEd9HErN1SO5C5a0Dd/4E8mVIzKM+/nNrFP7CeOAcoB/PQAAHEceB0B1hHEoTVeJ5Gq3tVbJEcmVF4RxQPnC7h4AAMeRxwFQHT+PUcqI5JwAYRxQ7vAPCACA48jjAKiO8eNQ+ojkyjXCOKA8oj4OALQmPdGSkWQRtvM5eHjzTUlbyOMAqI7x41AmiOTKKcI4oJzi3xAAtGbr3PzV03NlY8i4ynXbGgW0hDwOgOqoj0NZIZIrdwjjgPKLvjcAABxHHgdAddTHoQwRyZUjhHEoeQaD75gxStPF3V1ATfwzAoDW1I426m3ffwOq6QU0hjwOgOqoj0PZIpIrFwjjoBJ7Hge10fcGAFpTK8ogJwFN4oUBoDrq41DmiOQ0jjAOcAL8SwIA4DjyOACqI4yDFhDJaRZhHOAc2N0DAOA48jgAquNnMzSCSE6DioZxrpUI44ByjH9MAAAcRx4HQHWMHwftcDySMxeIHiOI5NRVLIxrNepiGCczOMI4oNyhPg4AAMeRxwFQHePHQVMcjOS2LbBWyRHJqefSMM4v7GIYp5CRHGEcbl7S0KFKI2TiRBcvLwHV8O8JAFoTOzc/bqH8fit6jfEMb0j+oy28HgBUR30ctIZIrsxdM4yTjDaEcbgpZnPeli1K84LJxBtIVfS9AYDWpCVaEuKsX7dyMvmI1hzyOACqoz4OGkQkV4YI4wCnxD8pAACOI48DoDrq46BNRHJlgjAOcFb0vQGA1vQY6SEnAU0ijwOgOurjoFlEcqWMMA5wYvyrAgDgOPI4AKojjIOWEcmVGsI4wLmxuwcAwHHkcQBUx89paByRXCkgjAOcHv+wAAA4jjwOgOoYPw7aRySnKsI4oCKgPg4AAMeRxwFQHePHoVwgklMJYRzKksHgO2aM0nRxdxdQE/+2AKA1R2LNCXEm2WjWyy0gXCegJeRxAFRHfRzKCyK5EkcYhzJnz+OgNvreAEBrDm81rZ6eKxvhDQ3kcVpDHgdAddTHoRwhkitBhHFAhcI/LwAAjiOPA6A66uNQvhDJlYiCXPHLfwnjgAqEvjcA0Jra0Ua97ctsQDW9gMaQxwFQHfVxKHeI5G6SDON+ej3z9OFCQRgHVBj8CwOA1tSKMshJQJN4YQCojjAO5RGR3A0jjAMqJnb3AAA4jjwOgOr4mY1yikjuBhDGQWuShg5VGiETJ7p4eQmohn9kAAAcRx4HQHWMH4fyi0juuhDGQXPM5rwtW5TmBZOJt5qqqI8DAMBx5HEAVMf4cSjXiOQcRBgHVHD8OwMA4DjyOACqoz4O5R2R3DURxgGg7w0AtGbJV7mrp+fKxpBxleu2NQpoCXkcANVRHwcnQCR3FYRxAAT/1AAAXA/yOACqoz4OzuHqkVx+QXLsd8Fyq4oWyRUN4wxeBa1GHSeMAyom+t4AQGv8w3QRza3fWj19+OqlOeRxAFRHfRycxlUiuTz/3UHdUs8ua1ChIrliYVzI4G0mP5m++RPGARUQ/9oAoDVR/dzkJKBJOgEAKiOMgzNxsVGiJRnJyaTJ1dX1fE5ewskz9ToXthmWKd/ycjMZyS2ZnCOc2qVhXIFvVnxWsnxCCOOACojdPQAAjqM+DoDq+PkNJ3NpldyG2H0yoqtTs7q5mkmIzI1TfZy+Sq7YmHEhg+PyfLLSC/NTzbm7spI7+NQljIMmGAy+Y8YoTRd3dwE18Q8OAIDjyOMAqI7x4+B8ikZyZ1Iz9xw81qdra09Pj/x8XZ2O+U4fyV16Aoccb93OTGsYl2LO/f34jk61GhLGQSPseRzURn0cAACO43hVAKpj/Dg4JfuBq/OXbXR3c4tuVt9+EoM6Hc1OfODqZc+mWs034PwFkwzjZCSXkJsx/2Q8YRxQ0fBvDgCA48jjAKiO+jg4K/nGTjiZvGf/sZ6dol1drQPJOX0kd9kwTj5qT3ePxsHVZBiXVpifVZj/RfzqQpcLhHFAhULfGwBozZFY8/IpuXJKPWkR0BjyOACqoz4OTmzu4vU+3l7tYhrrbZw7krtSGKc83k7V65t0LjKMO28xnchJ/3bfBsI4oELhnx0AtObwVtOKqblySj1RKKAx5HEAVEd9HJzV0RNJew8d79ejnXJg5jUjuYVfZoty6+phnFTJw/PuulEyjMu1mAsuFI6NW5JXaOJ/H6g46HsDAMBxnM8BgOqoj4OzmrVgTaC/T5uWDYqe3kGSkZx9m6Knd9iYrxpWAAAQAElEQVSxRLZF71Feory5ZhinnE31gfqtx8evzszNKBQXUvLPf7ln9bPNugugTCUNHao0QiZOdPEqf/995Qj5OwBoTXQ/t8gYo2yERuoFNIb6OACqI4yDUzp49OSBIyf79WhrPypTOb3D1avkZCRX7qrkioZxRi/zlcI4yd3o9kTTLjKMs9j+7T+KW5ptzhdAGTKb87ZsUaYLJpOAmtjdA4DW+IXparY0yMnDmy4TzSGPA6A6OszhlH6fvzrQ3yemWX37EqeM5IqHcY8lXCmMUw7afbhR+yD3ysqP8rT87Am7VgkAFQO7ewAAHEceB0B1jB8H57P30PGEk8m39+6g0/3rve1kkdxlwriqF64SxkmuOsMrUbfab+GjHUsokQMqCOrjAABwHHkcANUxfhycz5yFa0OC/KKb1r10ldNEcpcN4+TDuUoYJ2wP/+EG7cIr+Sk3klWQ9+mO5QJABUDfGwAAjiOPA6A66uPgZHbvT0g4mXxH7w5X2sAJIrkbDuPkXO+ie7nlPyVy43ctz5Q3B8DZ0fcGAFqTnmg5us0sp9wsPqI1hzwOgOqoj4OTmbVgTdXQwOaNIq+yTbmO5BwM4wwGw6VhnOLBeq1regcqbWuJ3E5K5ADnR98bAGjN1rn5U5/IktOJPWYBjSGPA6A66uPgTHbuPXIqKeX2Xu2vuWU5jeTycy44GMZJlw3jxMUSud72i+N3UiIHOD/63gAAcJxBAIDKqI+DM5mzaF3V0MAmDWo5srGSUimJlSRTLfuqOh3zhcjcONVHbiUjObmk9ygvUdZkGPfDa1lnjt5UGKd4oE6r/21beDQrRbZzzAXj4pa83aq/AEqZweA7ZozSdHF3F1ATfW8AoDW1o416W+oTUE0voDHkcQBURxgHpxG359CppJQnh9/p+FXKUSRXgmGcpHNxeSO6z0PLpykXP9+14umm3QLcyz5zREVjz+OgNnb3AKA1taIMchLQJI5XBaA6OszhNGYtXBsRHtKwTo3rula5OHC1ZMM4xT21o+r5hly8/ULzh3GLBQDnxe4eAADHkccBUB3jx8E5bN15IPls+h23dhTXT+ORnBphnLCVyL0W3cd+cdKe1Uk5WQKAk6I+DgAAx5HHAVAd48fBCVgsF+YuWR8ZUbVe7Wrihmg2klMpjFPcVasFJXJABUHfGwAAjiOPA6A66uPgBLbu3J98Nv2uPp3ETdBgJKdqGKf4b5HTOEyOX0uJHOCs6HsDAMBxDOwHQHXUx6G8s1gu/Ll4fYM61WtWCxU3R1OndyiFME7qH9G0aUDVnamnZNtkKXxv28LPOtwrgNKSNHSo0giZONHFizOKqIi+NwDQmti5+XELrd8qe43xDG9I/qMt1McBUB31cSjvNsftTUnL7N+zvSgJGqmSK50wTvFmTD97+9t960+cTxdA6TCb87ZsUaYLJpOAmuh7AwCtSUu0JMSZ5ZSTyUe05pDHAVAd9XEo1ywWy7ylGxvXr3nzxXF2ZR7JlWYYJ91avVHTgKpK22QpfH/bQgHA6dD3BgCA48jjAKiOMA7l2obY+JS0zNt7lUxxnF0ZRnKlHMYp3mk9wN7+bv8GSuQA58PuHgC0psdIj7fX+cupblujgMaQxwFQHR3mKL9sxXEbmjeKDK8SJEpamURyZRLGST3CG0QH11DalgsX3t46XwBwLuzuAQBwHHkcANUxfhzKr7Vbdqdnni/x4ji7Uo7kyiqMU7xd5ESr3x/YfCQrRQBwItTHAQDgOPI4AKpj/DiUU2Zz4bwlG6Ka1g0N9heqKbVIrmzDOOmWsLodqkQq7QviwjuxfwkAToS+NwAAHEceB0B11MehnFq7ede57Jx+3dsKlZVCJFfmYZzif0VGkfvp4FZK5ABnQt8bAACOMwgAUBn1cSiPzObCv5ZvimlWX9XiODsl+VJSMEkmZfZVdTrmC5G5caqvsEVyct57lJe4HhoJ46SY4IguVeutOLVf2Erk3tgyd0a3hwWgHoPBd8wYpeni7i6gJvreAEBr0hMtGUkW2QiN1Ht48ymtLeRxAFRHfRzKo1Ubd1iL43qoXhxnd/VIrtCcsWX6jURy2gnjFG/F9FXyOOm3w9teibq1vm+oAFRjz+OgNvreAEBrts7NXz09VzaGjKvMKVa1huNVAaiO+jiUOyaT+a/lm9q0bBgU4CtK0VUOXK3fxRzzYIaymeMHrmotjBO2Erme1RraL765eZ4A4BToewMAwHHUxwFQHWEcyp0VG+JycvP79WgnSt1VquTqd8kX4l9Vcr0e87rK718NhnGK/7bqt/hEvNKek7BjR+rJZgHhAkA5x+4eALSmdrRRb0t9AqrpBTSG+jgAqqPDHOWLyWRetHJLh5jG/r6VRVlwvErur8/PX+n3r2bDOEmmb7dVb2y/+PZWTrQKOAN29wCgNbWiDF2He8gpIJzwR3N4SQCojvHjUL4sW7stL7/g1q6tRdm5eiQXPSRd2Wz3yoLLRnJaDuMUr8f0sbfnH9u1I/WkAFDOUR8HAIDjyOMAqI7x41CO5BeYFq7c0rFVk7IqjrO7SiTXoGvhVSI57YdxwlYiNyCimf3i65vnCkAdSUOHKtOFbIdGXcQNo+8NAADHMX4cANVRH4dyZOmaWJPZXLbFcXZXGUuuQdd8IdK3zvATtkhOiPO3PVFJbl4uwjjFm636zknYobQXn4jfciYhJjhCACXLbM7bskVpXjCZ2BWpir43AAAcR30cANVRH4fyIjcvf8nq2FvaNvep7CW04bqq5PKyy00YJ9X3Db27dkv7xTe2cKJVoHyj7w0AAMeRxwFQHfVxKC+WrtlmLiy8tUsroSWOR3KfDUm/GMZ5mluNPKblME7xVkw/F3HxDqw4tX/LmQQBoNyi7w0AtGbJV7mvtU+T04ENJgGNIY8DoDrq41Au2IrjtnZt36KSl4fQmKtHcvYzrioMnqbWo477V9N6GCfV8g68LzLKfvHlTXMEgHKLvjcAABxHHgdAdYRxKBcWr9oq5z07RQtNuvoZV+2RnMGjsP2Y0+UijFO8Ft3HXiK39vShlYkHBIDyid09AGiNf5guorlBTp4+dJloDudzAKA6Osyhfeezc5et3datY5QGi+Psip3eQUZs9lUNuha4uGRu/7VSp6eSfape0OutAZw9ktNsGCdsJXKD67aacWCTcvG1zX+uuf3/BIByiN09AGhNVD83OQloEvVxAFTH+HHQvsWrleK4KKFtRavkZL5mtLEfuHrnhxkhtfXu7u4eHh7uNhoP4xSvRffR/X2Xtp45tvTkPgGgHKI+DgAAx1EfB0B1jB8HjTufnbt83fbet8R4uJeD/sNiVXJFEzqj0WyxGORFe1qnzOVFzYZxUrVKfg/Vazt133rl4iubZncPf1EAJcJgcI+JUZouRUpKoQb63gAAcBx5HADVUR8HjVuwYrNBr++h1ZHjLlU0klPaSiQn0zfl301J35SyOI2HcYoXW/aecWCTyWI9OezO1FMLju+5tXojAZSE0GnTBEoFfW8AADiO41UBqI76OGhZ5rnsVRt39Lolxs21PNXO2MvilNyt6Ghxrn/TfmWcnbVErn5b+8U3t8wVAMob+t4AAHAceRwA1VEfBy1buGKzTOK6tm8hyptLx5IrmsQpYZySx4ny8Dv55Za3GnV6pb0z9dSfCTsFgHKFvjcA0JojseblU3LllHrSIqAx5HEAVEd9HDQr81z26k07y11xnF3RSE5R7BhV+9GsQvNCPb1HNOxgv/j65j8FgHKFvjcA0JrDW00rpubKKfVEoYDGkMcBUB1hHDRr/rKN7m6uXdo2F+VW0fHjiilHYZzi+eY93fQXR7bdn5H8x5HtAkD5we4eAADHcT4HAKqjwxzalJZxbt2W3Xfe2tFoLN97w8v+i5XH/7tQT+/HGnX6bOdy5eJ/t86/vWZzHR8guDlJQ4cqjZCJE128vARUw+4eALQmup9bZIz1KJDQSL2AxpDHAVAd48dBm+Yv2+jl4d65TTPhLJzgH+355j0n7VmdX2gWthK5Xw/H3hdZbs57Cy0ym/O2bFGaF0wmdkWqoj4OALTGL0wnJwFN4oUBoDrGj4MGpWWcW791T5/ubQwGegs1JMDd6/EmXewX39o638KnB1BO0PcGAIDjyOMAqI76OGjQ3CXrfb292kc3FtCY55v38DS4Ku2jWSk/HNwsAJQH9L0BAOA48jgAqqM+DlpzNjVj47b4Pt0ojtMiH1ePJ5t2tV/837aFhRcsAoDm0fcGAIDjyOMAqI76OGjNvKUbfb0rtYtuJKBJTzft6u3qrrSPZqXMOLBJANA8+t4AQGvSEy1Ht5nllJvFR7TmkMcBUB31cdCUs6kZm+P29u/ZXqdjJ6hR1hK5Jv+UyL0bu4ASOUD76HsDAK3ZOjd/6hNZcjqxxyygMfwUAaA6wjhoypzF6wP8fFq3aCCgYU83+6dE7uT59G/3rhcAtI3dPQAAjiOPA6A6OsyhHUln0rbu2D+gZzudjrelpnkZ3J5t1t1+8Z3YBQUW+nVx/QwG95gYZXIxGgXUxO4eALTGP0wX0dwgJ08fPqI1xyAAQGWMHwftmLN4XUiQX1TTegKa93iTW8bvXJGWny3byblZU+LXjWrcWQDXKXTaNIFSQX0cAGhNVD83OQloEvVxAFTH+HHQiKQzadt3HxpgHTmOgLgc8DK4Pdf8nxK5D7YvpkQO0DL63gAAcBx5HADVUR8HjZi1cG1IkF/LJnUEyonRjTv7u3kp7eTcrK/2rBEAtIq+NwAAHEceB0B11MdBC06ePrsj/vCdt3YUKD/c9cYXW/ayX3x/26K8QpMAoEn0vQEA4DjyOACqoz4OWjB70bqqoYHNGtYWKFdGNuoY4uGttNPysyfuXiUAaBJ9bwAAOI48DoDqqI9DmUtMTt297+jtvdoLlDeuOsN/WvS0X/wobmm2OV8ADksaOlSZLmRnC6iJvjcA0JrYuflTxmTJ6WQ8g/BqDnkcANURxqHMLVu7LcDPu3H9mgLl0PCG7YuWyH2xa6UAHGQ2523ZokwXTBzsrC529wCgNWmJloQ4s5xyMvmI1hzyOACqo8McZSs7J2/jtvgenaJ5K5ZTrjrDq1G32i9+vIMSOUCL+IwFAMBx5HEAVMf4cShbKzfEGfT6dtGNBMqthxu0C6/kp7SzCvI+3bFcANAY6uMAQGt6jPR4e52/nOq2NQpoDHkcANUxfhzKUGGhZeX6uM5tm7kaDQLllt5F98q/S+QyC3IFAC2h7w0AAMeRxwFQHfVxKENbduw7n5PbpV0LgXJuSN3WNb0DlXaOueDTnZTIAdpC3xsAAI4jjwOgOurjUIaWrI6NalLXz6eSQDlXrETus53LMvJzBADNoO8NAADHkccBUB31cSgrB46cOJWU0r1jlIBTuD8yxl4il2s2Td23XgDQDPreAABwHHkcANVRH4eysmzt9lrVq0RUCxVwCjoXl1ejbrNfnLRntQCuzmBwNBtnhAAAEABJREFUj4lRJhcjQ1mri743ANCa9ETL0W1mOeVm8XNMc8jjAKiOMA5lIiUtc0f84a7tGTnOqdxbOyrYo7LSPnE+fdbROAFcVei0acrk4uUloCZ29wCgNVvn5k99IktOJ/aYBTSGPA6A6ugwR5lYvm67r7dXyyZ1BZyIQad7rFEn+8UJu1cKANrA7h4AAMeRxwFQHePHofTl5Res2bSzS7sWOh3vPWczslFHV51Baa87fXh7ygkBQAOojwMArakdbewyzENOAdX0AhpjEACgMsaPQ+lbu3mXnHdu20zAueh0ukCPyituf+bIuVRlSeEFi1wortMFGwGg5ND3BgBaUyvKICcBTeKFAaA66uNQyiyWC0vXxLaLbuzu5irgXJQPk5iQmnISN0HeTmFhoQBQcsi4AQBwHHkcANVRH4dSdijhVEZWdpuWDQSACi9p6FClETJxIqd0UBV9bwAAOI48DoDqqI9DKdsRf9jL071m9SoCQAVnNudt2aI0L5hM7IpURd8bAACOI48DoDrq41DK4vYcatG4jgAAlCL63gAAcBx5HADVEcahNCWdSUtNz2rWoJYAAJQidvcAoDVLvspdPT1XNoaMq1y3rVFAS677fGQAcL3oMEdp2rn3iF6va1CnhoCT6tGjh/xUGTt27KWr3nvvPblq/vz5AkCpY3cPAIDjyOMAqI7x41Cadu070qhuhMGgF3Bqb7311tGjRwUAzaA+DgAAx5HHAVAd48eh1OTm5R88eqpZw9oCzi4nJ2fkyJECgGbQ9wYAWtNjpMfb6/zlxMGqGkQeB0B11Meh1OyIPyLn5HEVQXR09JIlS37++WcBQBvoewMAwHHkcQBUR30cSs3OvYdrVa9SyctDwHkp+f6kSZOMRuPTTz+dkZFxlY2zsrJGjRpVr149Ly+vhg0bPvfcc2azWaDiMBjcY2KUycVIaYC66HsDAMBx5HEAVEd9HEqHxWLZtfdIk/o1BSqAxo0bP/nkk0lJSa+88sqVtjl37lzr1q1lcifzOLlxQEDAxx9/3KdPH/lWEagwQqdNUyYXLy8BNdH3BgCA48jjAKiO+jiUjv1HTprMhU05WNXZKZ8ncv7222/XqlVr4sSJGzZsuOyW//d//7dv377vv//+zz//fO+999asWSOXLF68eOrUqQJASaPvDQAAx5HHAVAdYRxKx669RwL8vKuGBgpUDB4eHl9++aVsjBw58tKjUPPy8r755ptbbrll0KBB9oX//e9/Q0JCPv30UwGgpLG7BwCtORJrXj4lV06pJzk4QHPI4wCojg5zlI6tOw9wJoeKpmfPnvfee++uXbvGjRtXbNW+ffssFkvbtm2LLpQRXkxMzJ49e7KzswWAEsXuHgC05vBW04qpuXJKPVEooDHkcQBUx/hxKAWnklKyzmU3bVBLoIL57LPPfH1933777aNHjxZdfvLkSTkPCQkptr2yJDk5WQAoUdTHAQDgOIMAAJUxfhxKwaGEUzL1rVOzqkAFExoa+u67744ZM2bkyJFdunQRfxfpyOXicrmbsiQwkOOaK4qkoUOVRsjEiZzSQVX0vQGA1kT3c4uMsZ5ePDRSL6Ax5HEAVEd9HEpBYlJqcKCfXs9XjYpo1KhRP/zww5IlSzIyMsTfRTqRkZFyvm7duqJb5uXlxcbG1qtXz9vbu7CQAzcqALM5b8sWpXnBZGJXpCr63gBAa/zCdHIS0CReGACqoz4OpSAxOYUzOVRY8kNm0qRJRqNxy9/Ji+Tr6ztw4MDVq1fPnDnTvvC11147ffr0PffcIwCUNPreAABwHHkcANVRH4dSkHAymTyuImvcuPEzzzxTbOEnn3zSvHnzwYMH9+/f/6WXXurUqdO4ceO6dev2yiuvCAAljb43AAAcRx4HQHXUx0Ft6ZnnTSZzeJUggQrszTffrFXrXyf0CA0N3bx5s8zgsrOzv/zyS51O99VXXy1atMjd3V0AKGn0vQEA4DjGjwOgOsI4qC0xOUXOw0Koj6sQlixZctnlHh4ehw8fLrbQaDQ+ZyMAqIzdPQAAjiOPA6A6OsyhtlOnU4xGQ1CAjwAAlBF29wCgNUu+yl09PVc2hoyrXLetUUBLyOMAqI7x46C2xOSUahysCgBlivo4AAAcRx4HQHWMHwe1nUpKrREeIgCgGIPBPSZGaboYqQtQF31vAKA1/mG6iObW2MfTh49ozSGPA6A66uOgKovlwqmklHbRjQQAXCJ02jSBUkHfGwBoTVQ/NzkJaBJ5HADVUR8HVZ1JTbdYLFVDAwQAoOzQ9wYAgOPI4wCojvo4qCoxKVXOwxk/DgDKFH1vAAA4jjwOgOqoj4OqTiWl+HpX8vRwFwCAskPfGwAAjiOPA6A6wjioSuZxYRysWmFc5fPknClvyYm9Stuo1/er0VQAKEXs7gEAcBx5HADV0WEOVaVnnKvOyVUrDIvFcqVV5wvy7l/8jf1i7qOfC0CIpKFDlUbIxIkuXl4CqmF3DwBaEzs3P25hvmz0GuMZ3pD8R1t4PQCojvHjoKqcvHwPd1eBCi/IvXLRiznmAk8Db4wKz2zO27JFaV4wmdgVqYr6OADQmrRES0KcWTZyMvmI1hydAACVMX4cVJUr8zg3YhcInYuLu95ov5hrNgkApYi+NwAAHEd9HADVUR8HVWXn5Hq4uwlACF83j6ScizFcrrlACA5OBEoPfW8AoDU9RnrISUCTqI8DoDrq46CeApNZvrk8PMjjYOXr6mlv5xZSHweUKvreAABwHPVxAFRHfRzUk5trHaHWk/o42Pi6F8njOF4VKF30vQEA4DjyOACqoz4O6snNs+Zx7pzPATY+Rnd723a8KoDSQ98bAACOI48DoDrCOKgnJzdPzhk/Doqi53PILzQLAKWI3T0AAI4jjwOgOjrMoZ68fOsxieRxAC7PYHCPiVGaLkajgJrY3QOA1qQnWjKSLLIRGqn38OZTWlvI4wCojvHjoB6lPs6T8zkAuILQadMESgX1cQCgNVvn5q+enisbQ8ZVrtuWfiltIY8DoDrGj4N6lPHj3FwZPw4Ayhh9bwAAOI48DoDqqI+DenJy893dXHU63mAAUMboewMArakdbdTbUp+AanoBjSGPA6A66uOgnrz8AgaPAwAtoO8NALSmVpRBTgKaxAsDQHXUx0E9Obn5HgweBwAaQN8bAACOI48DoDrq46Ce3Lx8T+rjKqTlp/avTzpcbOG+jKQL4uKnzYwDG1efPlhsg6eadq1sdBeoSJKGDlUaIRMnunh5CaiGvjcAABxHHgdAdYRxUE+hxcLgcRVTHZ/g+xZPPm/KL7bcRVx8P3x/YHOxVYPrtiaMq3DM5rwtW5TmBZOJDwtVsbsHAMBxOgEAKqPDHECJq1bJ7/XoPo5vH+Du9V6b2wUA1bC7BwDAceRxAFTH+HEA1DC6cee6viEObvxGdN9A90oCgGqojwMArYmdmz9lTJacTsabBTSGPA6A6hg/DoAa9C668R3uc2TLlkHVhzVoJwCoib43ANCatERLQpxZTjmZ/BzTHPI4AKqjPg6ASjqH1Rlct/XVt9G5uIzvcK8M7wQANdH3BgCA4zifAwDVUR8HQD3vtbl9wfHdqXnZV9pgVKPOUUE1BACV0fcGAFrTY6SHnAQ0ib5iAKqjPg6AegLdK70R3fdKa8Mr+b0Rcx2nfQBww+h7AwDAcdTHAVAd9XEAVDWsQbvv9m/Ydvb4pavebT2gstFdoMIyGNxjYpSmi9EooCb63gAAcBx5HADVEcYBUJXtxA73dpr9keXfnzadqtS5t3aUQMUWOm2aQKlgdw8AgOM4XhWA6ugwB6C2qKAaD9f/1xlUXXWG8R0dOvsqgBLB7h4AAMeRxwFQHePHASgFb8b0DXD3sl98vkWPer4hAkBpoT4OALTmSKx5+ZRcOaWetAhoDHkcANUxfhyAUhDoXul/rW9X2nV9Q55v3lMAKEX0vQGA1hzealoxNVdOqScKBTSGPA6A6qiPA1A6HqzXpmOVSNn4sO2dbnoGyQVKFX1vAAA4jq+qAFRHfRyAUvN5x4Fvb53fs1pDAdgkDR2qNEImTnTx8hJQDX1vAKA10f3cImOspxcPjdQLaAx5HADVUR8HoNTU8w35vvswASjM5rwtW5TmBZOJXZGq6HsDAK3xC9PJSUCTyOMAqI76OFQ0vOEBQbVUxcMrDgCA48jjAKiObAIVh/3dztsesCOmqSD43AMAwHHkcQBUxy8xVATKD1H7XCH4gYoKxv6B71IEoxZUELzKAAA4jjwOgOr4JQanZ4/efjy45cv41cUyOCI5VBBFP+qX3PaEQafX2RDJVRB81gEA4DjyOACqY/w4VATyTW6xWJKyM2PPHhdAhZeXn+9udNXrrWdzUyI5AWfHqwwAWrPkq9zV03NlY8i4ynXbGgW0hDwOgOooi0BFUPQYVQBms9kkrJ/8HLVacfABCACA48jjAKiO+jg4N3sSZ7FY7G/1dmGRI5t0FEBFklNoGrX0e6Wdl5dn8LCWxSmHrJZZGGcwuMfEKE0XI3UB6iJvBQCt8Q/TRTS3xj6ePnxEaw55HADVUROBikDJ4yTlYpiXd8+IRgKoSLIKcu1tk2QwyQ9/Jacuwx1B6LRpAqWCvjcA0Jqofm5yEtAknQAAlVEfhwpCieQEAOV4VZPJ8jeBCoC+NwAAHEceB0B1hHFweheKEABs9XFKEsc/RcXBaw0AgOM4XhWA6ugwRwXBb1HAzj6iIlF1xcHuHgAAx5HHAVAd48ehIiBuAIoiiauAeK0BAHAceRwA1TF+HCoO3uqA1iQNHao0QiZOdPHyElANfW8AoDWxc/PjFubLRq8xnuENyX+0hdcDgOqojwMAlA2zOW/LFqV5wWRiV6QqOiQAQGvSEi0JcWbZyMnkI1pzyOMAqI76OAAAnB59bwAAOI48DoDqCOMAAHB67O4BQGui+7lFxhhlIzRSL6Ax5HEAVEeHOQAATo/dPQBojV+YTk4CmkQeB0B1jB8HAIDToz4OAADHkccBUB3jxwEA4PToewMAwHHkcQBUR30cAABOj743AAAcRx4HQHXUxwEAyobB4B4TozRdjEYBNdH3BgBak55oyUiyCNv5HDy8+ZTWFvI4AKqjPg4AUFZCp00TKBX0vQGA1mydm796eq5sDBlXuW5b+qW0hTwOgOqojwMAwOnR9wYAgOPI4wCojjAOAACnx+4eALSmdrRRb0t9AqrpBTSGPA6A6ugwBwDA6bG7BwCtqRVlkJOAJvHCAFAd48cBAOD0qI8DAMBx5HEAVMf4cQCAspI0dKjSCJk40cXLS0A19L0BAOA48jgAqqM+DgBQNszmvC1blOYFk4ldkaroewMAwHHkcQBUR30ccGPC7+ptsVjsFyt7eoX6B9SvXnPkgDtb1m1QdMvIgf3r1YiY/8F4ATUVe55XxcV6uXtE128oAFAfBwDA9SCPA6A66uOAG+ZqMEbVuxi9pZ3LSk5LPXjy+Nz1q0b0vcotj3oAABAASURBVPOt4Y8JlJ05a1eO+uh/k/7vFQHAhr43ANCa2Ln5cQvzZaPXGM/whuQ/2sLrAUB11McBNyzYz+/3d8YVXbJxz67hH7w1ed4fUfUb9G/fWVl46Kc/BdRX9Hk+l5sjABRB3xsAaE1aoiUhziwbOZn8HNMcnQAAlRHGASWoTaMmk194TTbemDrJZDYLANAGdvcAADiO+jgAqqPDHChZ7Ro3a92w8ab43Vv27ZFtccm4Zsnpad/M/WPLvvidhw/4VKocEVplRN87b2vbwX4LR08nfvrrzFVxsR6ubv3ad3r63kHyFgb1uO3D0U/LtRH39Lm/e29Pd/eZSxa4u7r+d/gopRBv1uplCzatjzu4Py0rq2pQcJNadT4c87S8Bblq4qxf35k+eeNX039Ztmjx1o2JZ1M6Nmvx9D0P1K1W44s/fv5z3crjycntmzR7b+STIX7+V3pc53Nznp/4Wez+PfL+hwUE9Yhp88bDj+p1evsGV39cD/z3pcSU1KfuGfju9ClZ2dlDevXp167TbS88MeGZ/xj0xp+WL9wUvyfQ26d363avPTTCfrN/rlv13YI/dx85LJfUqFLlvi49Hr5twJXuof15fmzcu/KKcolsyCl+xu++lSrvPHxw/O8/xu7fm3X+vHx+OjePevnB4crzc6kzGWnjfpyxbtf2U2fPhvj7N61d5/WHRlYLDpGr5DMs7/YHo56K3Re/dldcxrlz0fUbPjbgnltaRBW9hau8HIrfVi75YenCnYcOBvn69W3X8dmBQ4quHffjtDnrVp88k+xbuXKzyLrjRj8T6OMrgJvA7h4AtKbHSA85CWgSeRwA1TF+HFDiurZsJfO4bQf2KXlcUVv3xT/w35fzCvJbN2wyuGefTfG75Ja7jx5pWa9BqH+A3CA+4fCAl5/Lycvt27ZjgI/vLyuWLN6ysdiNrN+94+DJ441q1jqdktqiTn25ZOSH785dv0oGRl1atsrKPr9o83q5gQySXhs6wn6tgW/8R97gI33vPHTyuIzhZFwYXa9hTn7e43cOXLsz7oelC87n5v7y1geXfUQyjOv7n6cOnDjWtlHTPm07ymzrm3mzjiSe/P61dx18XFJm9jmZ6FUJCDTqDfWqRygLx//+c25e3sN9BvRt12nS7N++nvvHhQtCGX1PRlpjPvnA26tSlxYx8lNq6dZNr0yeoNPphvbuJ65KhoC5BflLtmyUkV+d8Grurm6HE0/e+cpzBWaTfEVqhIYt2bJhyvzZZzPSLzvAnNzsvjde3H88oUntOoN7xmzau2v+hrVxBw+snTjVzeiqbPPRTzMKCy3P3DcoyMd36l9zZNooE7ohPfsoa6/+cshP3ZHj3pm3fo18Eh7oceuehCMTZv2yed8e+eQrt//4Jx/8sXpZZNVqMrVMTD27cNP63v83Zv7Yz6+SlgLXRH0cAACOI48DoDrGjwNKXICtlCklI/3SVe9M/ybfVLBi/OTaYeHKkjenTpIhlEyIhvTqKy++P/Pb7Nyc717+b8+YNvLicwMH93/x6WI3IsOdr59/rW+7jsrF1TtiZfpzb5cenz75vLLk+JmkHs+M+n3VsqJ5nG9l7zn/+0TmWbJ98uzZ2WuWnw1JV8a/G9DhlgsXLD8sXXgs+XSNkCqX3u3Pfv1BhnHy9uVfubjktx8/mPmtjMzu6NTNkcclJaelDrttwDsjxigX4w7ul/Ok1NQ1E6YoxV+9WrXt8sQI+ViUPO7rubN8K1Ve/+V3ci4vnko502nMcBlQXjOP69++c1ZOtszj+rTrqBQPzlz8l0we5YOVeaL13j4yuu+LT83bsEbmjJU8PItdfeX2WBnGPTfwwefuG6wseXXyBBm6rdkR1z26lbIk49y5NROmKhVzvVu3l3nZ/6ZPvbNTVy93j2u+HPJ5lmFcn7YdvnzuFYNeb38yf1q2SD60ZbFbZBg3sFuvcaOfUV4smWze+epz436crhRIOhWDwT0mRmm6GI0CaqLvDQAAxzF+HADVUR8HlDgfr0pyfi7nMqcUeLTfnTJnsYdWUq/W7YQtq5LzpLTUpVs3d27eUgnjpABv36fuGVTsRvwr+9jDOKl6SNgHjz355D0P/LMkOLRp7Tpn0tOKpu23d+yi5DtSk1q1hK2OzL62QYR1yYETxy+9z4WWwinzZ9evUdMexklP3HmfDNEmz5vtyOOyG9Tz1mI3Lh+s/UhM+bga1aotnwT70Hs5eXln/441qwYGzx87/uc33xc36nhyktIwGgyTX3hty9ffXxrG2Z08k2R/9p65b9Daid92bRltX3tn565KGKfc2sN9BmRmn1u6dZNw4OVYsHGtnL/+0EgljJMe7X/n6w8/2rKu9Vy938z7Xc5lcmd/sVo3bNy3bceZS/4674wnqQidNk2ZXLy8BNRE3xsAAI6jPg6A6qiPA0pcTl6unHu6u1+6SonA5D/dzsMHV8bFrtsVt91WJpZnKpBzuVDOm0fWK3qVqHoNit1I9dDQohcjQqtEhFpr0GQktDpu+4rtW2L37z140pqs5ZtM7q4XD7GUqZD9Kq624yKDff3sS9xsm+Xm54lLHE9Oziuw3r1xP04rulzmUAeOH3Pkcf1zV6tULXbjwf8+BtPL3TqKSl5Bvrzxe7r0eHXyhK5Pjewe3eqWFtG3tmkvM0FxQ+7o1PWbebOe+Xzcj0sXypu6rU37utVqXGnjjs1ayOzv5+WLt+yLl8Fo96hWbRo1lcFo0W1qV61W9GLd8OpyvvvIoQEdbrnmy7H76OEQ/wB7nCd5uLo91v9upX3w5AkvD88p82YVvf3k9DQ5P5J4SuZ6Argh9L0BAOA48jgAqqM+Dihxx5IS5Ty8SOBid+DEsVcmT5BxlXKxeZ16XVtEz12/WrmYnZst5/4+PkWvYh9/ze7SsxCM//2nyX/+kZqVIdveXpXaN2lWYDIdSz79r2u5Fb+WrsjZGK4iKS1FzvcdOyqnS9emn8vyq+x99cd1lXvu6XaZMyoUWixyPuy2Aa5G47gfpi3avEFOL331eZPadT4e81yjmrXEdWpSK/L3t8e9PPnzzXt3y2nsD9+FBwW/NPhh5WDbS+/kn+9/+tqUiX9tWDtpzm9y8vGq/ECP3q8MGW6vWfP39i56lUoe1hgx4/x55eLVX47zOTm1qla97P2UH8iJKWdl4+NfZl669nhyEnkcbhh9bwCgNUdizQlxJtlo1sstIJzjI7WFPA6A6qiPA0rc8u1b5byl7UwLRZnM5sFvv5KYmiKTpoY1a/eIaR3k47dxzy57bhUaECTnaZmZRa91NiPj6n/u+yV/vf/9VJlVDe97e+uGjVs3aCxjo3vf+E+xPO6GKSVsg3v2GTvqqctucM3HdcMG97htUPdbjyYl7j+WsGDTut9WLr3vjf/ETplpP6+C42IaNFry8aSktNQDJxI27dn9+R8/jfnkg+ohYZeWH0pVAgK/eeH17LzcvQlHdx45OP7XH76c/au/t8+YO+5VNkj594ty4swZOfepZD3i8povR2hAYOq/X2I7+YEs49dKHp6rv5gigBJF3xsAaM3hrabV060HVYQ3NJDHaQ15HADVEcYBJWvtzu1xB/eHBQZF129YbNW2A/tOnj1zV+du9nMaSEpMo/wj1rQdzhl3aP+/rxV/9b84d5019vrq/16NCP3nVAwJp09Zb1aUwD+4cqDr5r17ipXTfj33j9z8/Kfuvv+aj+sG5JsKXp08oWpQyNP3PFCrSlU53dqmfYHJ9Oe6VbH791564tqr+3L2LzsOHZz0f6/ItEtOnZpFhfgHvPjV+JVxWy/N4xZuWv/H6mWvDh0hH7h8EeXUsWmLzk88smL7Vnset/PwgaJXUQoDW9ax3tQ1Xw65XN5UYspZ+SZR1loslhbDBnaPbvPR489GVAmTUabMDYvWRf61YW18wuEhvftxilXcMHb3AAA4jnwUgOroMAdK0J6jR56f+KlsyJTq0n8uN9sZJHML8u1LZOo0db71lAjKT2UZwcj0Z1XctqVbNysbpJ/L+uSXH67+R92M1g68vCJDv81Zu1IGZKKEfoEbDYZ7u/Q4cCJh7A/f2RfKhOjNqZMOnzrhyOO6AW5G1637934153dl6DRFVo71gNCqQcHXvLqrwXqXcvIuPicnzpyRQd7qHbH2Dc7nWrujqwZe5qZMZtO89Wt+XLLAviT74sZB9iXzN6yVqZnSlsnjryuWyteue0xr4cDLcU+XHrLxzvQpFtthudKkOb+fzcyoW906pN19XXvJ+TOff2h/PuXt/9/ET35dubToeH9OI2noUGW6kJ0toCZ29wCgNbWjjV2GecgpoJpDQ4igNFEfB0B1jB8H3LAz6el3vfp/9ovJaalHbGVQD3TvPaRX30u3b1izVo2QKjLJ6vzEI11btjLodQs2rkuynYE0K/vi0GNvDx99xyvPDv3fa33bdgz09Vuwca1yDlAZil3pbvRq1V7md7c+/0TXqJgG1SOOnD49Z+0KTzf3nPy8zPPnZUPctDceHrn32NHPfvtx7a64Ng2byJTwh6ULa1Wp+urQRxx8XDfgufuGPPrh2wNefPquzt3kp9TOIwdXbo99+LYB8m9d87rhtuzs/e+n/rpiyZf/9/Jjt9/987JFw97/75Cet3m5uyenp89c8leTWpF3du566XV7t27foEZN+WBliFYjJLTAbJ6x6C8vD8+ni5zoVuZ9977xQp+2Hb29Kv25dlV2Xs6nT/6fEgJe8+UY0OGWldu3/rx88aFTx9o3br5lX/y2A3vlnXn4tv7Cmsf13BS/66dli7o99Wj36DauRoP86zIi/Palt5zws9psztuyRWleMJnYFamK+jgA0JpaUQY5CWgSLwwA1TF+HHDDCsymDXt22i/KyKZbVMzAbrf2sZ1s9FIyr/n2pTdHjnv34Mnjcgrw9u3cPOqZ+wbd8fKzW/fvVbZpFll39v8+eenrz1fv2B7g7T24V98e0a17PTfax8vrSndjUI9bTySf/vyPn2UKtnDT+qh6Dd4a9phep3tl8oTNe3fL9EfcNL/K3n99+PmU+XMWb9k4Zf7sKgGBI/re+ezAQT5elR18XDegb7uO74wY88HM7z75daaMvaLrNRg7+ulB3W915LrtmjS/p0sPGcbJz7eUjPSGEbW/e/mt/0z67Ks/f5fJZvM69Z4b+ODI/ncqCVoxcoMpL775wpef/r5qmbxYv0ZNGduN6Hdn0eNPh/UZEOIfMGftyoTTiZ2bt3zirvvtZ5lw5OX45In/6xbV+pcVi79fsiDQ20c+mc8/8KD9znz8+HO9W7X7afmiX1Ys8XBzu6V5tFwb+e8zugLXi743AAAcx49kAKqw2JhMpvz8/FOnTlWpUsXn3+dzBErE5B/mnzuf8+yj94iyI/ek8t1uNpvlG/6zncvf2b1ELry7TsvPuz4gNCk+4XBkePWiOdGquNj733pJZjQDu/USKGtxB/ff9sITT9418MXBw0S5klUiIeauAAAQAElEQVSQW+/b15T2pvYjK3t6eXp6uru7u7m5GQwGvV5fBnmN2ZzQtKnSrL5+vc7XV0Adubm56enpmZmZHh4eXl5ecl6WrzsAAJrH+HEAVEd9HKApg95+tfPjj+QVFCgXZZj43YI/he30oAIAbhS5GwAAjuN4VQCqY/w4QFNu73DLV3/+3mbkkFtaRFsuXFi7c3tSWuo9XXrUDgsXAHCj6HsDAMBx5HEAVEd9HKAprw59pFpI6Lz1qxdsWn8uJ9uvsvdzA4c8U+RMAgBwA+h7AwCtWfJV7urp1nO4DxlXuW5bo4CWkMcBUB1hHKApep1+2G0D5CSgSc3r1EuctVgA5Q27ewAAHEceB0B1dJgDAMqGweAeE6M0XYzUBaiL3T0AaI1/mC6iuTX28fThI1pzyOMAqI7x4wAAZSV02jSBUkF9HABoTVQ/NzkJaBJ5HADVMX4cAABOj743AAAcRx4HQHXUxwEA4PToewMAwHHkcQBUR30cAABOj743AAAcRx4HQHXUxwEA4PToewMAwHHkcQBUR30cAKCsJA0dqjRCJk508fISUA19bwCgNUdizQlxJtlo1sstIFwnoCXkcQBURxgHACgbZnPeli1K84LJRFykKnb3AKA1h7eaVk/PlY3whgbyOK0hjwOgOjrMAQBweuzuAQBwHHkcANUxfhwAAE6P+jgA0Jrofm6RMUbZCI3UC2gMeRwA1TF+HAAATo++NwDQGr8wnZwENIk8DoDqqI8DAMDp0fcGAIDjyOMAqI76OAAAnB59bwAAOI48DoDqqI8DAMDp0fcGAIDjyOMAqI76OABA2TAY3GNilKaL0SigJvreAEBr0hMtGUkWYTufg4c3n9LaQh4HQHWEcQCAshI6bZpAqWB3DwBas3Vu/urpubIxZFzlum3pl9IW8jgAqqPDHAAAp8fuHgAAx5HHAVAd48cBAOD0qI8DAK2pHW3U21KfgGp6AY0hjwOgOsaPQ0WghM726HnNqUP3//W1ACoSs4WP+gqNvjcA0JpaUQY5CWgSLwwA1VEfhwooOSdLTgKoqFyKEKgY6HsDAMBx5HEAVEd9HABUNC7/JspOxoQJSsNn+HAXd3cB1ZC9AgDgOPI4AKqjPg5OT0kcdDpd96r1fY3u+fn5ZrO5sLBQzi0Wi5JHk0qXjgKTOTcv36eyl0Dpku9/+z+CwWBwMxr1er1sK2vLbC9gNtvzOO9Bg8jjVMWnHAAAjiOPA6A66uNQQci3ej2f4Joevnl5eQU2Sip3wUagVKRnnk8uSK8fWk2gdCmJmxLGGSWDUTZ0NnTJVBC80AAAOI48DoDqSCJQEShlQXq9XmYQrq6uyhIZSij1cfwXlJqMc7nZuQWenp4CpU6pj1P+C6yJnMGglMgxilwFwQcdAGhN7Nz8uIX5stFrjGd4Q/IfbeH1AKA6fobBudnPrKrkcTKAk3mcvCjDCHtxHD9TS4+L7lx2voeHh0Dpsv8j6G0MNvY8TqAC4IUGAK1JS7QkxJllIyeT76KaQx4HQHWMH4eKwF4ZJGyH7EkWG5K4UuaiM2TnFnh5MX5c2bAPIaccuKrkcURyFQQfdwAAOI48DoDqGD8OFYGSQShte6EclXFlwEUn8zg3NzeBsmA/oarub/aDVYnknB4vMQBoTY+RHnIS0CTyOACqoz4OTk8JnZUMQmnLBqdVLSMu+QVmZQg/lAmXSwiSmoqBjzsAABxHHgdAddTHoSKwR3JF3/C888uAi85kLjQY+IZTloplcGUZxhkM7jExStPFaBRQE6krAACO49sqANVRH4cK4tL3Oe/8MlFouWA/dhhlSwv/AqHTpgmUCnogAABwHHkcANVRH4eKhhiuDHF0JFBW+L8DAMBx5HEAVEcYBwCA02N3DwBacyTWnBBnko1mvdwCwjl6QFvI4wCojg5zAACcHrt7ANCaw1tNq6fnykZ4QwN5nNaQxwFQHePHAQDg9KiPAwDAceRxAFTH+HEAgLKSMWGC0vAZPtzF3V1ANfS9AYDW1I426m2pT0A1vYDGkMcBUB31cQCAsmE22/M470GDyONURd8bAGhNrSiDnAQ0iRcGgOqojwMAwOnR9wYAgOPI4wCojvo4AACcHn1vAAA4jjwOgOqojwMAwOnR9wYAgOPI4wCojjAOAACnx+4eAADHkccBUB0d5gAAOD129wCgNUu+yl09PVc2hoyrXLetUUBLyOMAqI7x4wAAcHrUxwEA4DjyOACqY/w4AEDZMBjcY2KUpouRugB10fcGAFrjH6aLaG6NfTx9+IjWHPI4AKqjPg4AUFZCp00TKBX0vQGA1kT1c5OTgCaRxwFQHfVxAAA4PfreAABwHHkcANVRHwcAgNOj7w0AAMeRxwFQHfVxAAA4PfreAABwHHkcANURxgEA4PTY3QMA4DjyOACqo8McAFBWMiZMUBo+w4e7uLsLqIbdPQBozZFYc0KcSTaa9XILCNcJaAl5HADVMX4cAKBsmM32PM570CDyOFVRHwcAWnN4q2n19FzZCG9oII/TGvI4AKpj/DgAAJwefW8AADiOPA6A6qiPAwDA6dH3BgBaE93PLTLGKBuhkXoBjSGPA6A66uMAAHB69L0BgNb4henkJKBJ5HEAVEd9HAAATo++NwAAHEceB0B11MdBPUaD3tXIvgwAyh59bwAAOI7fMABURxiH66LXX8fwFsPv7yOuU2FhoQAAlDR29wAAOI48DoDq6DAHAJQNg8E9JkZpuhiNAmpidw8AWpOeaMlIsgjb+Rw8vPmU1hbyOACqY/w4AEBZCZ02TaBUUB8HAFqzdW7+6um5sjFkXOW6bemX0hbyOACqY/w4AACcHn1vAAA4jjwOgOqojwMAwOnR9wYAWuMfpotobo19PH34OaY55HEAVEd9HAAATo++NwDQmqh+bnIS0CSdAACVUR+H6zJ69Gj5hnn00Ucvu/bll1+Wa+U2AgCgJfS9AQDgOPI4AKqjPg7X5Z133gkKCpo8efL69euLrdq/f/8nn3wSHh7+3nvvCQBwQMaECcp0IS9PQE30vQEA4DjyOACqI4zDdfH393///fdl47HHHissLCy6Si7Jy8sbP368j4+PAIBrMpvJ40oNu3sAABxHHgdAdXSY43oNGzasc+fOu3bt+uSTT+wLf/rpp5UrV95111133HGHAABoDLt7AAAcRx4HQHWMH4cbMGHCBIPB8NZbb508eVJezMnJefHFF318fMaPH2/f5u23327atGnlypVr1qx59913p6SkFL2F33//vUePHoGBgSEhIe3bt580aZIAAKiG+jgA0JrYuflTxmTJ6WS8WUBjyOMAqI7x43ADGjVq9Pzzz58/f17GcPLi2LFjjx07Nm7cuLCwMGWDYcOGvf766/LdNXLkyNatW//5559t2rRJTk5W1v78888yoduxY0fv3r179uy5Z8+eUaNGff311wIAoA763gBAa9ISLQlxZjnlZPJzTHMMAgBURn0cbsxrr70mY7WZM2d269ZN5nGdOnV65JFHlFWLFy/+9ttvZRI3ceJEnc7at7Ru3bpbbrnl7bff/uKLL+TFzz//PCQkZN++fb6+vvLiyZMnZcD3/fffX+m0rQCAm0TfGwAAjqM+DoDqqI/DjfHw8Pjyyy+FrRROvosmT55sX6Uctfree+8pYZzUvn37e++9V25/7tw5ZYls2MvlwsPD169fP3/+fAEAUAd9bwCgNT1Gery9zl9OddsaBTSG+jgAqqM+DjesZ8+ed9xxx6xZs/7zn//UrVvXvnzfvn1+fn5KKZxdUlKSxWI5dOhQixYtBg0atG7duqZNm/bv379Hjx633357o0aNBABANfS9AQDgOPI4AKqjPg43o0GDBjKPK5qmybfT0aNHZfT2+uuvX7r9sWPHZB43atQoNze3N9988zcbebF169aTJk2SCZ0AUHEYDO4xMUrTxUhpgLroewMAwHHkcQBURxiHkiV/8tWoUaNy5co7duy4ymbDhg17+OGHjxw5Eh8fP2fOnClTpvTu3VsGeQYD+z6gAgmdNk2gVLC7BwDAcYwfB0B1dJijxNWuXXv37t1JSUlFF/75559vv/12cnJyfn7+mDFj3n//ffnek1v269fvm2++GTx48OnTpzdt2iQAACpgdw8AgOPI4wCojvHjUOIefPBBi8XyyCOP5ObmKksSEhIeffTR77//Pjg42M3NbePGjZ988on9fA5SRkaGnFevXl0AAFRAfRwAaE16ouXoNrOccrP4iNYcjtkBoDrGj0OJGzJkyLp167766quoqKjbbrtNBnBff/11fn7+77//roS/r7322h133NG5c+cHHnhALtm2bdu8efOeeeaZiIiIwsJCAQAoafS9AYDWbJ2bv3q6tfd6yLjKnGJVa6iPA6A66uOghkmTJs2fP79x48bTp0//4YcfevXqFRsb2759e2Xt7bffPnHixNTU1DfeeOPzzz+3WCxTpkz56KOPBABAHfS9AQDgOIpWAKjCYmMymfLz8xMTE0NCQnx9fQXgAL1eL9REfZxzW7lhx89/rvjyvacFYJMxYYLS8Bk+3MXdXUAdubm5GTYeHh5eXl5y7ubmZjAY5Ec6fXIAUFaOxJoT4kyy0ayXW0A49VjawvGqAFRHfRwAoGyYzfY8znvQIPI4VdHNDwBaUyvKICcBTeKFAaA6xo8DAMDp0fcGAIDjyOMAqI4wDgAAp8fuHgAAx5HHAVAdHeYAADg9dvcAADiOPA6A6hg/DgAAp0d9HAAAjiOPA6A6xo8DAMDp0fcGAFqz5Kvc1dNzZWPIuMp12xoFtIQ8DoDqqI8DAMDp0fcGAIDjyOMAqI76OFyXwsJCxzeeOWtpdnbeo4P7CgC4lMHgHhOjNF2M1AWoi743ANAa/zBdRHNr7OPpw0e05pDHAVAd9XFQT05u/vmcXAEAVxA6bZpAqaDvDQC0Jqqfm5wENIk8DoDqqI8DAMDp0fcGAIDjyOMAqI4wDgAAp8fuHgAAx5HHAVAdHeYAADg9dvcAADiOPA6A6hg/DgAAp0d9HAAAjiOPA6A6xo8DAJSVjAkTlIbP8OEu7u4CqqHvDQC05kisOSHOJBvNerkFhOsEtIQ8DoDqqI8DAJQNs9mex3kPGkQepyr63gBAaw5vNa2enisb4Q0N5HFaQx4HQHXUxwEA4PToewMAwHHkcQBUR30cAABOj743ANCa6H5ukTFG2QiN1AtoDHkcANVRHwcAgNOj7w0AtMYvTCcnAU0ijwOgOsI4AACcHrt7AAAcRx4HQHV0mAMA4PTY3QMA4DjyOACqY/w4AACcHvVxAAA4jjwOgOoYPw4AUDYMBveYGKXpYjQKqIm+NwAAHEceB0B11McBAMpK6LRpAqWCvjcA0JolX+Wunp4rG0PGVa7bln4pbSGPA6A66uMAAHB69L0BAOA48jgAqqM+DgAAp0ffGwBojX+YLqK5Nfbx9OHnmOaQxwFQHfVxAAA4PfreAEBrovq5eCYpZgAAEABJREFUyUlAk8jjAKiOMA4AAKfH7h4AAMeRxwFQHR3mAICykjFhgtLwGT7cxd1dQDXs7gEAcBx5HADVMX4cAKBsmM32PM570CDyOFVRHwcAgOPI4wCojvHjAABwevS9AQDgOPI4AKqjPg4AAKdH3xsAaE3s3Py4hfmy0WuMZ3hD8h9t4fUAoDrq4wCUGp2ODxygbND3BgBak5ZoSYgzy0ZOJt+ONEcnAEBl1McBKDUebq5ynpqeJQCULqJwAAAcR30cANVRHweg1Hh4WAfsT0nLDPDzFgBKEX1vAKA1PUZ6yElAk6iPA6A6wjgApSbI30fOz6RmCACli909AACOoz4OgOroMAdQakKC/DzcXc+SxwGljt09AACOI48DoDrGjwNQmqpXDdm26+DtvTrodHzyVHgGQ0R8vECpoD4OAADHcbwqANUxfhyA0hTTrF5KWuaazTsFgFJE3xsAAI6jPg6A6qiPA1Ca2kY3mrt0w/ylG9u0bOjmahQASoWqfW907AHADUhPtGQkWWQjNFLv4c0vspJ3M79zyeMAqI76OAClSa/TDbqj+8Rpc8ZP+WPMQwM8bWdcBaC2Eu97K/blge8SAHC9ts7NXzMjTzYGjfWq25ZOyhJ26e/c69oVkscBUB31cQBKWdMGtbq0a75ifdw7n818avidIUF+AoDKSjYvU27NPieMA4AbYP/wlA2LxSKgAhcbUSSec/DHL3kcANVRHweg9N3Xv0uhxbJ64873vvhh9ND+dWtVE6iQMiZMUBo+w4e7uFMsqaIS7HtTAjiz2Xzu3DlxSTYnnFfRr0zF2kqjaB8n/Z3ics+Yfa4s5Bm7LJ63G1Men7eQ+qLN/daGq29OVpYoZVf5THOCd509gzPayIZOp6M+DoC2EMYBKBMP3N6tecPIOYvWffz1bxHhoU0a1GxSv1b1qsECFYfZbM/jvAcNIo9TVUnt7u25W05OTlJSUrGfbY7Mr3LjN3Br/N1y8Xed5pEqN8vf5e+W1F/0rXnBr9bFtq2D49pUetRO/Hc9PDy8vLxkGCdvTYnkHLwD5HEAVOei+c4NAM6qYd0actp78PiyddvmLtkgp8qVPGtWC61aJSjI3yck0C8sNMDD3U0AuGkluLu/YFNYWChvs3bt2nq9XgAAUFocj/lkv5HcW5lMJoPhYrzmeJUceRwA1V1XBwUAlLgGdarLKTcv//ipMycSz5w+k3bwyMm1m3edO58j13p5uocG+QcH+oYE+YcG+QUH+IaFBgoA1+lCyZXDX7CNcyQpXyH4FgEAKGUufx+OWmxejNJ7VFBQcOHvkeMc322RxwFQndKZIACgTHm4u9WrXU1O9iV5+QWnk1OTUzKSU9KTz6RtidsnG2aztSQn0N87JNBPJnS2uV9woJ+fTyUB4MpKJDW78G8kcQAALZP7KZPJpDT0er19/yUc2C2SxwFQHd+nAWiTu5trzepV5GRfIr8+paZnnknJSDqblnw2/eTps9t2HUjPPC9XubkaZTD3d0jnGxzkVyU4wNXIVyngIpXq4wQAAFql1MfJhgzjDAaD3sbB6/IlEoDqqI8DUF7IvoNAfx85Naxbw76wwGROOpNmraGzhXQ79x6W8/wCa1+oj7eXTOiUw13lXAZ28rr0QKBiKtl3PvVxAHDzlk3OXzMjTzYGjfWq04b8RxWy90iZK91Ijv/y5fUAoDq+TwMo11yNhupVg4udmDUj67xM5axTSrpM6+IPHktNz5RfwPR6XVCArzWkC/YPlo0ga1pXyctDAM6uZPveih7yA9hNmTLl66+/LrrEx8enatWqdevWveWWW9q2bStKyKZNmzw8PJo2bSrKuZ07d44YMWL48OGPPvroZTeIjY0dPXq0XCu3ETckKyurR48e77//fpcuXa7rip07d65Xr16xF7TYBpGRkfJFFyXh2WefXbdu3erVq93cOI8TSpISw91ATTd5HADVUR8HwPn4eleSU9HR6AoLLdYCur+PdT145OSaTTtzcvPlKk8P91DbIHTWI14vHvTqZ+CUkXAuJXt+VUF/Hq6sRo0aAQEBSjsjI+PgwYPx8fGzZ89+6aWXbr/9dnHTlixZ8uqrr7777rsCDtiwYYOcR0VFCaDisf/UvYFuJPI4AKojjANQEej1urDQwGLnZj13PifpbPoZ67Gu6TKn27gtPiU1s9BikSFDgJ9PcICvtYwu8GJI5+dTmfChhBkMEfHxAqVCjd09XyFwWYMHD+7fv7/9otls/umnnz7//PPvvvuuRPK47OxsAYdt3LixcePG3t7eoqStWrVKlJyPP/5YVDzdRrjJSUA1ysGq4oZ2WORxAFRH5zaACqtyJU851alZ1b7EYrlwNi3jjC2eS07JOJF4duuO/Vnnc4TtwFjlXK7KgHQyoasSEuDmahRAeaDG7p6vEHCEwWCQCd3s2bNPnDhx8uTJ8PBwgVK0bdu2Pn36CKACu7HeI/I4AKrjeBMAsNPpXKzHqwb6NWlQy74wP9+UmJwi4znrWSPOpMXtOSQbZrP1dF3elT1t8Zy8ivWUEcFBfkH+vvJGBKAx1MehbIWFhck8LisrS7losVimT5++YMGCxMREHx+f+vXrv/TSS/ajXM1m8/fff798+fIjR47ItdWqVRsxYoRyxOUrr7yydOlSpSEtWbLkspVf+/btmzNnzu7du48ePRocHFy9evUnn3yyVq2LH+ypqamTJ0/esmVLcnJyYGCg/OtPPfVUlSpV7Nf99ttv5XXPnz8fGhraunXr0aNHu7u722/866+/lvfh9OnT8k83aNBA3g0/Pz9l1YwZM7744otZs2bNmzdv7dq18vZjYmIefvhh+afl45XXko9XPpAXXnhB/t2id/ibb76ZO3dudnZ2q1at7rvvvmbNml36oEaOHBkXFzd//vyi1/3yyy+/s5H35NKryIeflJR0pYNVr/I828nnYdy4cfJ2ZJAaHR0tH4uvr6+yquj4cc8+++yxY8fk45o4caLcOCgoSK596KGH7K+OIxvYx49Tnkb5Ci5atEguOXTokHz/PPDAA/369bPfMflcKXc+LS2tQ4cOjzzyyDvvvCNf2V9++UUAJYE8DoDqGD8OAK7Ozc1Ys3oVOdmXyE/N1PTMM3+PRifne/YnpGeek6v0Ol1ggI9tEDp/GdLZxqTz967kKYAyRX0cytbJkyfl3F4cJ9O3lStX1qtX7+6775YxzZo1a/bu3SuTHZl/ybUffvjh7NmzZUDWv39/uTY2Nvbxxx+XeVadOnW6dOmSl5cno65u3bpFRERcduz/3377Td6Cl5eXzI8aN24sU54NGzbIKHDq1KlyrclkeuKJJw4fPixjuHbt2smEa8WKFfKv//rrr66ursePH5exlwyqWrZsKe+tvGM///yzTHnsw9W98cYbCxculH/6jjvukHGbTIuGDh0qb7loRiZvXyZ0MlaTd37atGk7d+5s0qRJbm7ugw8+uHXrVhkzySxpwoQJ9u1lxHbmzBn50OS1ZGa3bNmyV199tWj2pOjVq5e8t3KDgQMH2hfKTLNq1aqXDeOEbfC4SpUqyb9+2bVXeZ7tr9qYMWPkiyI3WL9+/U8//SQfiwwrL3trGRkZzz///C233CIzO5mgyc3kMy/nnp6eDm5QzDPPPCOzP/kOkc/zzJkzZdwmwzuZ4slV8j0gAzgZI8qXqW3btjJaHTJkiIeHh3zRBVDEzeynyOMAqI76OAC4XvJTM9DfR04N69awLywwmZP/jueSUzIOHD6xetOO/HyTXOXh7mqL5/yCbWV0ynldDQZOGYHSQ30cyorMnr788stTp07ZRzGT8ZMM42Te9PLLL+t0OrlEployqfniiy9k5pKTkyNDoqioqIkTJyq3sHz5cpnfLVq0SOZE3bt3P3/+vMzjunbtKtuX/jl59U8//bR27doyI1OK2vLz82VAtmPHjoSEBJmjbdq0SYZxI0aMkIGOcpWPPvrol19+kZlO+/bt5Z+WWY+8wzLokauee+654cOHyzsgb1bGRjKTkmFc0XsuA7LHHnts8uTJ8h7a74OPj8/XX3+tbJCUlCTvuYzM5G3Kiz169JD/ODKSk0+IXKhsL7eR91k5/+zgwYMfeuihcePGycCxWFAll8i7KtM6ex63e/dumVXJAPFKT/727dvlA5E542WfqKs8z8oSGUTKtHH06NHCFjIOGzYsPj5eeRovvUH5ugwYMEA+M7ItQ7fq1au/9tpr8omVD8fBDYqRT6PypEnNmzeXD1M+diWPk+GpDOPuv//+p59+WlhP2VQo7/mqVavI41DMzeynyOMAqI76OAAoEa5GQ7WwYDkVXZiRdV4mdNYpJT3pTNrhY4mp6ZnKh66/b2VrGV2wv3LiCNn29/WuaP0jGX9XiPgMH+5S5HAwlDjq41Bqvv/++wULFijtjIyMY8eOybjEYDA8+eSTysI//vhDJmVPPfWUklhJnTp1klnYkiVL5DaVKlWSSzIzM2V8o7TlWnmbl82ALmWxWGQ0Exoaaj/C1M3NrVWrVjKPk+mS/UZOnz5t75OWidu9995rT8ekxMREJY+Td/u9996TcyUa++mnn4QtmbLfc5kTyWRQBlvyntvDIBm62TeoW7euTLhk/GS/cZkVyrlMtex/UT52JYyTqlSpcs8998iAb926dfJ2ij40mU/JLWXqJPM7pZBw8eLFcn7bbbeJyykoKNi2bZt8dOLKrv48e3h42FNLGerJR3Hw4EH51F3ptZCBnb0t7/z48eNlfFk0brvmBkUVffjyeTYajfKBKxfnzZsn77NMQpWLer3+mWeeKdnzS5SOo9sKj+0wy0aTHsaAcJ2AlpDHAVAd9XEAoB5f70pyqle7mn1JYaEl2VZApxzrevxk8ubt+3Jy8+Qqo8GgnCkixBrP+QYH+oWFBLi7uQpnZTbb8zjvQYPI41RFfRxKzTEbpS0DnbCwsFq1ao0ZM6ZGjYsFxYcPH5aZVOXKlYteq2nTpjKBOnDgQIcOHWTCtXz58rvuuksGQDJKkyGUvWLrmmRMo5y+wGQybd++fePGjXIub1bYDnKU8+joaBlmyUBn586dHTt2lDfeokUL+5hoPXv2/Pnnn99+++25c+e2bt26S5cuNWvWtN+4DNFkMCc3KPoXZcwn5ydOnKhfv76yRD5k+1qZIsl50aNZlWNsc3Nz7UuKHU/asGFDOZf3uVgeJ2yHrMrUaenSpYMHD5b/gDLBlEGVks1dateuXTJrsyd9xcgHcs3nWb5kRWvrlGHycnJyLnuDMhQrek/k7wv51G3evFm+EMqTcM0NirGPJ2i/w8orKOfyhZAPvOigfjLHDAoKEuXNkVjzmhnWB1W1gZ48TmvI4wCojvo4AChNer0uLDRQTkUXns/OVeI56ykjzqZv33XwbGpGocUibCeBtY1G52efBwX66nV8a8f1oT4OpeaVV17p37//ldZmZ2fLKMrf37/YcmVJSkqKnL/11lsy0pKx12wbGdBtFmcAABAASURBVNbIUOnVV1/18fERDpCJ1cSJE2VkI2wFbjJua9y4cVxcnLJWhjiTJ0/+6KOPVq5cOdNGJoMDBgyQiaFOp5OZmrzuuHHj4my++uorGSGNHj1aBmHyC3NycrK8BeUMBsUkJiba8zj3S3oXdFf90C52bgclhyosLLx0y86dO8uIc9myZTKPi42NTUtLGzFixJVuVm4g73zRPLGYaz7Plx2e70o/HC6Nw5SiwszMTOUBXnODYuQjLbbEYtstypBR2KoFi62VN3KlrBAVFuPHAdA0wjgAKHOVvDwivapGRvxztJTFcuFsWsaZv0ejkyHdrr1Hss5bf2nodC6B/j7BgdZB6C6eMkJe9mbQHFwN9XHQCC8vL5nyyCCp2HJliVKn5urq+sQTT4waNerQoUOHDx+eNWvW6tWr33zzzU8++eSaty+3f+mll2TENmzYMBmQtW7dWqZjMkGz53FScHDwBx98IGPBgwcP7tu377vvvvv+++9lvvPggw/Ktc2aNZsxY8bZs2ePHj0qrzVt2rTXX39d5lZNmjSRiZK8/8Xq426ezCiLXlTyppCQkEu3lPFiz54958yZc/r06aVLl+r1+ssOoqfYtGmTctTtldzM83wpJUstSjm81F57eM0NHCTzSvnAZYpXbHl6evplA0Qta9nHWDvaGvuE1KabTRWMHwdA0+jcBgANkqGbtSAu0K9Jg1r2hfn5psTkFGs8l5KefCZt78FjqzbsMJmtQ8+4uRllPBdsvcrFU0aEBPm7GvkyiYuoj4N21KhR48iRI1lZWcrpHRQ7d+4UtkM15SoZgXXt2rVz5871bbp16zZw4MANGzZYLBbdtaqDV65cWVhYOHr06AEDBtgXnjp1yt5etWrVwoULZQ4lI7amNq1atbrvvvs2btwo8zgZzO3du/fdd98NspGrZPozduxYuVbmceHh4du3b5e5UtF6LvkXDxw4cOedd162yMsRx48fL3pRRmOiyLloi+ndu7fM49bYdOzYsehzWJR8enfv3n3vvfeKK7jJ5/lSZrNZ5nqRkZHKxdTUVHmxbt26MkN0cAMHyU+eqlWrymcpLy/PXoooo73k5OTq1auLcsUvTOcXJqBNfIUCoDrGjwOA8kKGbjWrV5GTfYns903LyFJOFnFGzs+mHzp6Kj3znLLWz6dS8N9HuSqnjAjw8+Yzv2KiPg7a0bdv348//nj8+PH2s5SuXbt23bp1MvAKDg42Go0yLzt9+nSnTp2Uzyv5TsvPzw8JCVE2VsYaKzr+WlHKeGdye/uSkydPLlu2TPz9jpWp0PLly2UmaD8bgFKepgxtptSdySxPJnHKWuUQSGWtvOcyj/vvf/8rEzolCZJJnwzvvLy8rnLc6DXJx3v33XfXqlVLuee//vqrfLDR0dGX3bhFixbyzvz2228yFuzVq9eVbjM2NlbOrzR4nLANBnf15/kGfPHFF+PGjVPyte+++04+1UVTUUc2cJCMDr/99tuvvvrqqaeeErbjWOXbiU8klCzyOACqY/w4ACi/5G8oGbHJqWGdGvaFJrNZxnPJfx/reuxE8qbte/PzTXKVQa8Ptp0pIjTIT4nqwkICPNzL2QE+uAHUx0E77r333h07dsydO/fAgQNRUVHHjh2TYVxgYODrr78ubDnRXXfd9fvvv48ePVpmT3KJTNPS0tLef/995epKNPbll1/+9ddf77zzTrFR/9u3bz9p0qSPPvpoxYoVzZo1O3/+vEydlFXnzln7Kjp37hwZGSnTnKSkpLCwMBkJ/fHHH56ensqpPwcNGjRv3rwXXnjhjjvu8PDwSE1NnT17dv369Xv37i1seVxcXJy853Iz+Ydk9jdr1iyTyfThhx/ezL+DvA+jRo267777qlat+uOPP8oHK/O+Kx16Kf+QjOGmTZsm756M0q50mxs3bqxTp86VqueEA8/zDdi6devQoUNllLl79+6dO3fKm7399tuvawMHDRkyRIaqP/zww759++SrowylJxPS6y21g9Nj/DgAmkZ9HAA4GaPBUC0sWE5FF2ZknbeeL8J2ygiZ1m3deSA1PUvpj/HydFcOcQ0O8A0NVg569dPrGcvGqVAfB+2Q3zz/97//LV68WCZlc+bMCQ4OfvjhhwcOHGgfR+zJJ5+0WCwy6tq2bZtM3xo1aiQDMpncKWtlo0+fPvPnz5fvQJnCFMvjatWqJUO6d999d5tNzZo1+/fv36VLl0ceeWTXrl233nqrjGw++OCD9957b8GCBXJ7mc3JrE3+deX4UJnQjRs3TmZSMuuRW8o/PWLEiPvvv99+AtBXX31VJnoykpN3QAZArVu3HjlypP3UsTfmiSeekLmSjMZkMNexY0d59y47eJxd165dZR7Xs2fPq8RPMo+79PSsxVz9eb4BMgmVj0IGmvI1feqpp2TwWuweXnMDB3l5eX399dfyhd67d++RI0fkKyJTxXvuuafYSXuBm9lPUbQCQBUWG9mbl5+fn5iYKHf51zuQKuCIyT/MP3c+59lH7xEAtKew0CKzuTO2eM46IF1Khmzk5OYJ26/lAD9v+1GuIbZiOj+fSqJkmc0JTZsqzerr1+vYE6kmNzc3w8bDw0P+jpVzNzc3+TNYr9dfV5/cBRsZGcivEPLWMjMzZZYhb0QAKEWLFi16/fXXZbal1LVpwbPPPrvO5kr52jU3uC4JCQnKuTXsS+SHUocOHWRQq1RZAgr5U1c55NzTRmborq6uyr7vmrs/6uMAqI76OAComPR6XVhIgJxEo38Wns/OtR7laiujk/M9+xNWro8rtFjkKjdXo3KIq3JeV9muEuzv6moUN8xgiIiPFygV1McBzkHG6z/++GONGjW0E8aVvilTpixevPjnn3+OiIhQlignvW3SpIkoV5ZNzl8zw9oNNmisV5025D/awusBQHWMHwcAsKvk5RHpVTUyoqp9icVy4Wxaxpm/R6OTId2BIyeyzuUoa328vWwFdP7KeV1lSBcU4EM3jwYxfhxQ3h05cuS11147d+5ccnKybIgKrHv37jKPe/DBB9u0aRMaGrpt27aDBw/KjPK2224TQBGMHwdA0wjjAABXodO5hNhGlGvSoJZ9YX6+6fSZVKWGTuZ0R4+f3hgbbzKbha3sLijAN+Tv87oq88qVPAXKFPVxQHkng6fExER/f/+nn366b9++ogLr3LnzuHHjZs+eHR8fv2rVKoPB0Lt372eeeeZKJ8HQLL8qLhHNrbGPh7eAGhg/DoDmMH4cSgfjxwEVh/zSmpaRpZwswjomne3cEemZ55S1nh5utuo5W07395h0BsYdKy2MHwcAqIAYPw6ApjF+HADg5sk9SYCft5wa1vnnPIMms9l6soi/j3U9nZy2fc+h/HyTsr2/78VTRgQH+CohnZ9PZfZIKqE+DgAAx5HHAVAd48cBAFRiNBiqhQXLqejCzKxsaxmd7awRp7Zu33H0WJpZKPshV6PBfsoIpZiuSnCAm9tNnDICf2P8OABARcP4cQA0jfo4AEBp8vH2klPdWuHCbE54YZRcUuiic5szLyXfVkyXkp6ckrH34PGc3Dxle+9KntbzRVjHofO1nTjCLyjAV6djz3V9qI8DAFQ0N7OfIo8DoDrq4wAAZUt/wRIW6Bvu6ysa/bPwfHauUkOnnDXi0NFTG7buKbRYhO0UE0H+vsG2MjoZ0gUHWhvelTllxNVQHwcAgOPI4wCojvo4AIAGVfLyiPSqGhlR1b7EYrmQkpapHOt6xpbTbdoen3UuR1nr4e4aEmgtowsO9LUd7upXJdjfYOBUAxdRHwcAWrNtXsHOxdYxVbs/5hbekPxHW3g9AKiO+jgAQLmg07kEW6vhfJvUr2lfmJ9vOn0mVamhkzndqaSUbbsOmsxmZa2/b2XlXK7Bf584IsDPp2J2QlWQ+ji+0gDOx4lLB9JPX0iIs+6wcrPcBFTA+HEANI1vrgCA8svNzRhRLVRO9iVyt5aWkWUtozuTdsZaTJe+I/5IeuY5Za3BoLcmdLaQTsnpqgQHeLi7Cmfn9PVx9jvDFxvAWXFMD64X48cB0DR2bAAAZyJ3awF+3nJqWKeGfaHJbE46owxFd3FMuj0HE/LzTcraSl4eobZTRgQH+IYG204ZEeir1+mEE3Hu+jjlF9eFvxVdIgCUQ8rHi4uNfYnzDbPTso+xdrQ19gmp7VR7HOdAHgdAdYwfBwBwekaDoVpYkJyKLszMylZGo7MmdGfTDhw5sX7rHiXBkXvGQH+fENspI5QB6WRI5+PtJcotJ66Ps0dvn/+auOtQDhkcUN4pP0/kPKp+pUf6B+l0OnlRmTvZLxe/MJ1fmIA2kccBUB3jxwEAKiaZr8mpbq1w+5LCQotM6M7YjnW1FtOlZGyI3ZOdk6esdXMzhgb6Bwf5hQT6htgSutBgf1dj+fjG7vT1cRaL5eipvJ2HcgQAZ+HvrTeZTHobYR1FVEcZAa4L48cB0DTq4wAAZcNgiIiPF1qi1+vCQgLkJBr9s/B8Tm6ycqyrLac7kXhm264DMrlT1vr5VApWRqOzzq0hXaC/dwU50YF2+vOUPE65P41rV4pu6CMAlGebdmXsTciW/9Qyj7OXLfOzBdeL8eMAaBr1cQAAXEUlT49KER61I/45pkgmPylpmcqxrmdso9HF7TmUde5iZZZBr7edB9Yv1Ha+CJnQFb1uWXHW+jj7mHEyj1OW1IvwGtg7VAAoz1KzCmQeV1hYKPM4Yfu0sR+vKhj/GqWCPA6A6uhoAgDgushfhbbEzbdJ/Zr2hfkFptPJqbZTRthyupSMPfsTTGazsJ1iwt/XWxmHzpbT+YcE+fr5eJfm7rfi1McBcBoyjysoKFDCOPtRq84kPdGSmWz94AqprfPw5heZtpDHAVAd9XEAANw8N1djRLVQORVdmJqedSY14+jx02dso9Ft2r43JzffvrZaWHCgv3eV4ICgAN+QQN8qIYEe7q5CHU48flyx+jgATkM5XtVgMCiBu/P9Ztk237RmhnWI0kFjveq0If8peYwfB0DTCOMAAFBJgJ+3nBpEVrcvOZ+dq1TPXaykO5O+c+8R+2h0lbw8Lg5Fp4xJF+QXHOCn1+vETXP6+jin/K0OVHAWm8LCQv7HcWMYPw6ApnGwKgCgrGRMmKA0fIYPd3F3FxWATNwivapGRlS1L5G/FlLSsmzxXJoS0u09eGz91j3KWrmbDvT3lqlcaLD/30e8+vr5VBbXybnPr6rgtzrgfOyVcco/uJONtFMryqA3WPd9/uEl0O+CkkUeB0B1jB8HACgbZrM9j/MeNKiC5HGXknvhoAAfOTWuF2FfWGAyJ51JO2M7ZURySoZsrNuyOy+/QFnr6mq01dD5htjiuZAgvyrBAW6uxqv8FSeuj6NwBnBWTv/fXbOlXk4CmkQeB0B1jB8HAIDWuBoN1asGy6nowsxz2dYaurPpZ1IyZE53PPHMtt0HLZaLO3Hvyp4hgf7WQ1xtZXQysAsM8NHrLtZcVITAeBJSAAAQAElEQVT6OPoXAedjL4sTwPVj/DgAmkZ9HAAA5YJPZS851a1Vzb6k0GI5m5qhxHNKTrcz/nDW+RxlrU7nEuRvPQ9soJ+3p7vBw00fGhTg5eUlSgi/kAEAWsb4cQA0jfo4AADKKb1OFxrkL6emDWrZF+bnm06fSU1OSbfndPsPnygwmZW1rq6GYH/fkGD/KsH+ocEBVYIDQoP9XY038rtD1f687bsPtWgcKQAAKAvkcQBUR30cAADOxM3NGFEtVE72JTk5ucdOnDp28nR2rul8Tn5a5vmEE0nbdh2w98f5elcKCfKzHuV6ce4fFOBzza8H6vXn/TJ35fJ12+/r36VLu+YCAIBSRx4HQHXUxwEA4NxksObr7SXCAj08PLy8vOTczc1NLk21ntdVqaFLSzqbvnXn/uycPOUqer0uyN83NPifhE42Knt5/Ptm1erPS03PkvOf/1yRnJJ+b99bdDo6DgE4oW3zCnYuNslG98fcwhuS/5Q8xo8DoGmEcQAAOL1Ld/cGvT4sNLBqlaCiC8/n5CafSbcndHK+e99Rc2GhstbD3c16vogA3wC/ypU8XF0NLjUizHp9yZ8cUN4BpbFyfdyZs+kjBvWRf1oAgHNJP30hIc46mEBuFh9xqmD8OACaxsGqAAA4PQd395U8PSpFeNSOCLMvkT9mUtOzZECWdMY6FJ1sHDx6cnPceWXtzD/X+vtWDg70C7We19VaSRccKNM6n5v8cnEmJcPejj94bOzEn0cPHRAU4CMAACgV5HEAVMf4cQCAsmEwRMTHC5SKG64RkF8SAv195NS4Xs0LNmazOSc39/DRE8dOJumN7jI7k9PGbXvz8guUqxj0epnK2UO6kCDrJJM+x/9osXt7+kzqBxN+fGLYHTXCQwQAOItuI9zkJKBJ5HEAVMf4cQAAOL2S7XszGgwya/Nw1UVGRtqPV808l518Nt1+XtfTyak79x62WC5+x/DydLcOQncxp7OW0cmQzuDwsa7nc3I/+uqXh++7lZOuAgAcxPhxADSN+jgAAJyeGn1vxW7Tp7KXnOrWCrcvkWHc2dQMmdAln01LtpbRpe85kLAh9mJRpPz24e/rHaIU0Ml5sDWt8/PxvtK3kgKT+avv597eu0PvW2IEAADXwvhxADSN+jgAAJyeGn1v17xNnc5FOVhVNKhlX5hfYDqdnGovo0s+m34o4ZTM2pS1BoPeaLjaj6DZC9cmnUkdfFcPgwrnkQAAQEEeB0B11McBAOD0SqE+zkFursaIaqFyKrowPfOccqyrnG/cdo1RBTdu25uSlvXYkH6VvK5jTDoAABxHHgdAddTHAQDKSsaECUrDZ/hwF3d3AdWUSX2c4/x8KsupfmR12d66Y/81tz+UcOr9CT8+NfyuQH9vAQDl09Fthcd2WKuDm/QwBoTrBEoa48cB0DTCOABA2TCb7Xmc96BB5HGq0k593DVlnc9xZDM3V+PxU8nkcQDKryOx5jUz8mSjagM9eZwaGD8OgKZxsCoAAE5P4/VxjjPo9S2b1OnUpmlkRFVBtyIAQB3kowBUx/hxAAA4vXJUH3cloUH+9/Tt/P7LI4YNvFUJ40pB5wH3N+l0q+nv000odu7ZX7dNdzktW7Oh2PbRPW/v1H/gZW9qV7z1Wh9/OdW+ZP2Wbdt3X2OwPCcgH6N84JOm/eD4VZrd0mf4My8p7ak//CavvmbDFlE+zZq/WD6crKzz13Wtab/Mko965m9/XrpKPhVy1bsfTxAlZMwLb8gbzMsvECh1LfsYH/qskpzCG3KCGs0hjwOgOsaPAwDA6ZWX+rh5SzcWW6LX6Vo2qfPMiLvffG5otw4tS/kcDm2iWuQXmPYcOFh04ebtcfKx6/W6TbFxRZcfPHpMxi5to1s6cssLl61+6IkXzpxJEXBqraOay6hrc9wOAVzCL0wX0UIvJw9vyiNUwfhxADSN+jgAAJxeeamPSzqTam/7+VTu0Kpxh1ZNfCp7iTIS06LJrL8W79yzr3mjBvaFm7ftrF+nlrur28bY7UU33mErdmvVsullb6pJw3oHNi61Xzyfky3ggGEP3C0nUW6FhQY3blB3y/Zd3Tu1FwBKF+PHAdA06uMAAHB65aU+Lulsupw3rFOjc9tmTerX0unKuMswprk1XNu1Z599idlcuCVu5x19eroaXaf+8OuZlNTgwABl1Q7bZq1aNBNAEdHNmqzfHCsAlCvkcQBUR30cAABOr7zUxzVvFDlycL+gAB+hDTWqVa0SEhRXJI+L3bE7Oye3VfNmRlejzOPWbY6947aeyqq4XfE1wqvKa8j2yOdeTTqbMvLBgR9NmnIuK/s+GeB17nDXsDGPDX3g2VHDnn/jvTmLlsnNnnj5v3K+dfFsb+9KsvHFlBmLlq8+cfq0v49Pw/p1//ufp/19r/ZU7D1w6Le5C3fs2XvwSEKVkOCa1cOfG/1IZM0aytpmt/S5t/9t7h7uv875y8Pd7cUnH+vVtZPFYpky89e5i5cdP5Xo7+vbsF6dN59/KtDfV7nKQ0+8sHn7jvi1i+x/Yvvu+PseefLJEUMfHz5E2MYak1ecNmHcV9N+3LB1W2JScoM6kS88/miThvXsVzmZmPTldzNXrd8c4O/Xu2unqGaNxVXJ51M+k0tWrU1Lz+zase0TjwwtunbqD7+9P37SlE/e69g2Rlkyf8nKZWvW7Yo/kJaRIV8e+RDe+L8n5QO0X+X3eQvl03LwyFEZpz58/92bt+8cP3nauvm/BAX4T57x84cTJs+c9Im8zaPHTjSsG/n9lx/Lq5xNTf/+11nywe6K3+/n410tPGzIPXd079ROucGo7gPuvK1nj1s6fP/7nE1b4+rUipDtB++948CRhEnfzdwYGxfg6zt80L3yRbbfh4Ydesm58kx2aBX17Y+/yaclPCxUWevI0+i4q7+m0rnz2fJRb9wal3z2bFhoSKe2rZ4fM8JguPyAZQuXrX7q1bebN2owdfwHXp6leng4oCmMHwdAddTHAQDg9MpLfVzf7m20E8YpWrdsfuzkqbSMTOXi5u3WMePaRrdoE9VcPgP2IeTOZ+fsP3y06MGq586de/2DTzzd3P39fGr/nZEpunduLwMd2ejXq6uMulzdXGX7xXc+lLGRcBEDb+/btFGD5WvW3/PI4zInutId+3HWvAEPPjZ30fKqVULv7nerqdC8bM2G197/pOg2m7bv+Hr6TzIGKjCZGzesL5c8+/r/ZDTjZnR94M4B9evUXrxizb3DxyQmnREOS0lLv/vh0TLieXz4g3fe1kumXQ8/9ULS3wPhyYjq7mFjZi9Y0jaqeUyzJj/8Pue19z6+yq3l5RcMHv3s599MDwzw79er2449+waOfNJkNl9p+/97471nXntn996DndrGdO3Q9sSp03/MWzTx2+/tG7z63scvvTPu/Pls+ZxYLBeGjPk/GXEWu5G3P/o88XRyrRrVlNdFxnB97h8uM0GDwXDf7X0C/f03bNn+4jtjz6am2a+yZtPW0S++IfPWt154Ojc//91PJr7z8YQnX3qrYd06L4x5VH6X/s/bY7fu2HXZ+9wqqrmMC7ds3+n403hdrv6aynfmPcMf/2nWvFo1wofce4evj7cMB0c897JM8S69KfnAn3vzf43q1/nmk/cI4+AEGD8OgKYRxgEAyobBEBHv/CeX1AgnOL9qWYlp0VSmS7E7dvfobB3/a/O2nU0a1vPxqSzbLZo0XPf3cYhKFhPT8p+DVU+eTn5o4F0vPz1Kubgrfr99Va+unc5lZy9ZubZn5w6yLZes3bhV5koD7+j75vNP6nTWsgz5F2VQNfHbGW/835OX3qvsnNz3P/uyYb3IHyZ96unhLpc8n//oiGdf2hS74+jxkzWrhyub7Tt4ZMIHbyn3XJq9cOlfS1cW/Ssr1m0c+dyrn0ya+uGbLwrHpKZn2Mvlet7SIcDf76Mvp6zdtEXmX3KJTNZkdmkvZ3vs4UH3PfrEVW7t5znz9+w7+Mjg+154fISwHQ78xEtvnjh5+rIby7Toz0XL7h1w2zsvPassOXU6+c6HRs1btOy5UcPlxfj9h36Z81fbmBZfjXvX3ZZyTv9l1juXnIrU3dVt7bxf9PqL5S/y4efl582b+U2NahfP2/vB519PmfnLirUb5d9Slhw5duKrj97p0r6NbDeoW7vHPUNn/Dp75qRPYpo3kUvatYrq2O++3+cuim7WRNm+aI2hm6uxRZNG6zfHFi2gu/rTqJj5+5wlq9YWu/OZ584VvXjN1/SDz7+Sd/7DN18a0LubcpX3x38lw8ff5i60P7qL93n/ocdferN2RPWpn75fuewGbaxQlk3OXzMjTzYGjfWq04b8p+TdzH6K+jgAquNgVQAAnF55qY/ToJgW1oRFSdNkCha7c7d9hDjZSD6bevDoMWE9mcNeOW8b1aLode/q19uxP2KNjeT8uceGK5GKFNWs8W3db/nh97nns3Mu3d5isbz14jMvPTlKCeMkGT+1i4mSjTNn/zknRlCAvz2Mk36dPb9yJa/nR4+w/xUZMHXv3H7OwqXJRa51TfKO2dutoqzPhlKNlZV1ftnqde1atbQfWxro7/vIoPuuclN/LV7hXdlrzLDBykWDQf/c6EeutHF4WKhM4h4dPNC+pGqVkEYN6p5KOqP86paZppw/9ejDShgnDb57QOS/ixOlAbf2sIdx0oP33vn2S8/Zwzipa8e2cn4m5Z/nJMDPVwnjhO0oZvk0Bgb4KWGcFBIUIC8mnDgprqB9q6g1m7YWiwau9DTaHTp6bP2WbcUmGV8W3ebqr2lefoEMKFu3bGYP42zPz0MB/r7TfvpduXjB9n98IvH0I8++FBoU+O34sb4+3uLKGnXsLScBODvyUQCqY/w4AACcHvVxNyyiWniVkKCd8dYh5LbE7TSbC1tH2fO4ppOm/bA1bledmjW2746Xc5nLFL1u9aphDv6Vw8ePe3tXmvHb7KILz6amySf5+MnEhvUii20vI5jbe3eXjQKTKTZu97otsfJu7Nl3wLqkoOCfOxD+rzuw//CRurVrFit9atG44dJV6/YdPFzszl9FkL+/ve3pYT2qMSfXWuOz7/AR+fw0qlen6MaN/32xKPno4vbsbd64QdFDI2V8Jh/dZbevVrWKMjzfuXPZG2K3r920NW53/L6DR+SS/AKTzOB27z8gv9Y2bfDPKGwypWrSoN4hW2b6z+2EVSl6URknTt4ZGXXJwGvT9h079ljT1YIC05Wu4ubmaj+Ph8LdzU15Ei6rQ+uoDydMlk9yg7r/vJRXehrt3vi/Jwfd3b/YTa3ZsGX4My/ZL179NQ0O9JePq3mThkXXeri7NW1Qf8W6jdk5eV6e7i62/+PHnn81JTVdPvkyeRQoLX5VXCKaW2MfD28BrSGPA6A6xo8DAMDpUR93M1q3bL541ZrCQsvmbTsNBr1y0lUpukVTo9Gwfeeee/vftmP33ttv61HsikVPMnAV8pvYyVNJcm4dP+4SVgz8/wAAEABJREFUp5KSL83jpOVrN34yacr+Q0eF7YjI1lHNWzZrvGHL9qLbuLm62tvns3OyzmUH+PsVu51A25KzqddRH+fxd1Fe0Yeg/Ak59/93oBMcFHil28nOyZVXvDQACr3yVSbP+Hnaz38olWv+vj7yUcvU7MixExdvMDtHLix2poLAgOIP2c3NtejFwwnH3/104tqNW5WLUc0ad27bau6i5f+6irtrsRvR6y9/PoTLql+ntrxjazfFFs3jrvQ0Ou6ar2mhbZC4wEs2UK6Smprm5XkxsT1zJkXet41b42YvXKpEvVeyZ81CgRLSsq+rnARUw/hxADSN+jgAAJwe9XE3QxlC7sCRhNgdu6KaNrYXc7m7ucrsJn7/wb0HDsloqXWL5uKGyG9iVauEyJud+/1kB69y8OixJ15608/H54lHHmxYr07b6BaeHu6Tpv1QLI8rqpKXp/wTqWnFTxCRYlvi62M7jcYlXwnzcvOFw7xtVVop/z4HRdb581faXt4f+dhTLjlnRea586GhwZdu/9vcBR9OmNyiccMh99wuw8eopo10Ot3wZ16y53FBQQHyZTKZzDIntV8rLT1TXJnc+LH/e+1UUtJDA++qH1mrc/vWMh/cumNXsTzuJsmH2bF19LrNsSOG3CdKzjVf0yBb7pZyyQbKVfyKnL13/HtvVK8a1n/Iox9+/nXXdm2UE/4C5R3jxwHQNOrjAABlJWPCBGW6kJcnoCbq426GMoTc9l17du87UPQMqsI2hNzhY8c3206d2Tr6BvM4YTuy9cDhhKIn9JSWrl7/xZQZlz3F6rLV62SQ9Oxjw2Qe161jW2UUuZOJScL6+/OKf6V2RPWDR45mZf0rINu+23palSa2YzyNeoPZXChv2b52/+EjwmH1atcSfw+lZ3fw8NErbS/fQs0bNzh4NCEz859zFMgnoejAbUUttJ0pddxbL40cen9M8ybKiGnHTySKv391y6dRNnbZjttVyIu79+4XV7Yzft+xk6cG9O7x8tOj7uzbSynWO6E8k6IkvyG3axUl30L5RY6BLRFXf01rhFsHxdu2Y3fRtXn5BfKdXLN6eNGjXNtGt5Q3NeyBe+Tz/+nkbwVQ4ZHHAVAd9XEAgLJhNpPHlRrq426GMoTcnwuXyqAqpnmzoqtatWhaWGhZtHx1o/p1/HyuYwgog9Eo5zl/v/MH3NZDPp+vvPtRbt7FejQZrr32/sd/LlwW6H+Z8bxcjdZj3PLy/yleO3Hq9IJlq8RVU6Q7buuVdS573JffWGyHMUqr1m9eumqdfBTK4HG1IqrL+abYOGWtjGaKDWl3dZUreXXt0Gbrjl3zl6xUlqRlZH7+zfSrXKVH5/bZObkffzVVuSifzEtPh2rnZnvUuUUe9cJlq2WaJv5+N/a6paOcf/b1tzJyUjb4cda8/VcOBIX1mbS+ELlFPoJkZPbjb3+Kkn6Hx7RoKl/czX8/tyXl6q+pt3elPj1u2RK3a87CZfarfPrVt/KVvbVb50tvbfTDg+WbfeZvfxY9HTBQMXG8KgDVUR8HAIDToz7uJrVq3nTOomUe7m4tmjYqurxl08Zy4fbd8Q8NvEtcj7DgIGFLRuYsWDrurZfvuLXH9p17fpo1786HRnVu10rGbT/PnldgMn3x3puXfZ47tY359Kupb344fvHKtVHNGp07nzN30cXAJevcFY8PfeCuftt27ZZ/Ze/+QzEtmyWcOLls9XqZNb778nPKBn17dPnup9+HP/NSt45tK1eqtGTV2g5tok+cPC0c9sozY/YfOvLMa+8sXrkmJChw6aq1uquOs/bgfXeu3RT74x9zDx1JaNa44aZtcQnHT14p2ezaqe2S1evufeTxzm1b16kVISPIPxctlSHgufPZcvL0cG8b0+L2W3vMXrDknmFj2reOPn7y1NpNW2WcKh+pwXD5H9f16tSqVaPaX0tXHjl2vGObGINeL8OspLMpcpW8TXGjGnboJefxaxfZl4SHhdarXXPt5lj7yWdLxDVf05efHn3k2Inn33xvwdIVkbUitu3YIwNT+UQ99tCgS29NvplfenLU6Bdef33sp398O5E+e5R3N/Mepj4OgOoI4wAAcHrUx92k6BbWw1SjmjdxczUWXW4w6OVC2Sh2HOs1tWrZ7J7+t55OPitjIGV4r//+5+mvP363Tu2I2X8tmbd4mcyGZk37MqpZ48tePbJmjY/ffiXAz3f9lm2ffzNDxlh39es95bP3xSWHixYlf5p+9NbLn737WlBQwG9/Ljh1Ounx4YP/+O7LGtWqKhs0aVjvs3deqxoWumzNhuOnEp945MH3XnleXI9qVav8MmXCQ/fduWvfgT/+WlQrovr4d1+/yvauRuM3n7z34pOP5eTlzfxttk64yEfhf4VTfN7Vt/fjw4fk5xcsWLZqwtQZiUnJrzw95rnRj8hVMs1Utnn/teeHPXC3yWz+9c+/ZBT441efKWfDqOzldaU7MP69N+rXqbXv4JHJM37+fd6iJo3qyygqJCggznbUZwlq1ypKZmGiRF3zNQ0K8P9tyoT/PDlSPsMy99TpXOQ7beqnH7i7Xf40At07tZNp7J59B2faigShqqPbCld+my+n1JMWARXczH6KohUAqrDYmEym/Pz8xMTEkJAQX19ObY6SN/mH+bLH/tlH7xEAcCmzOaHpxQij+vr1OvZEqsnNzc2w8fDw8PLyknM3NzeDTJL0+uuqHbhgYzab5VcIeWuZmZmRkZHXdZbJEifvT2FhobxLBQUFr3x1elN87l3dQkbcGS5QISWdSZFvaeXYW7shY55LPpO6+NfvBMqPCb8cn7vqbFQd8fRdHp6envJTy93d3dXVVX7g6GSm6CyFe8sm56+ZYT1WetBYrzptOD6y5Mmfujk51vM+e9rY30UuNle/LvVxAFTH+HEAADg96uNQEazZuKVjv/t+m7vAvmTHnn2bt+1s3riBAIDrQT4KQHWMHwcAgNNj/DhUBO1aRQX4+b7yv4/nLV5Rv07tfQcPb9oW5+Xp8eiDAwWgPS37GGtHW2OfkNoUY6niZvZT5HEAVEd9HAAATo/6OFQEVUODv/viw+9/nb1tx+7N23eYzYXtW0f9Z8yjkTVrCEB7/MJ0fmEC6rmZ/RR5HADVUR8HAIDToz4OFUS92jXffvEZAQA3hzwOgOqojwMAlA2DISK+hE9fiCuhPg4AAMeRxwFQHfVxAAA4PerjAAAVDePHAdA0wjgAAJwe9XEAoDXpiZbMZOsHaUhtnYc3PRwlj/HjAGgandsAADg96uMAQGu2zTetmZEnG4PGetVpQ/6jLbweAFTH+HEAADg96uMAAHAceRwA1TF+HACgrGRMmKA0fIYPd3F3F1AN9XEAoDW1ogx6g3Xf5x+uE1AB48cB0DTq4wAAZcNstudx3oMGkcepivo4ANCami31chJQDePHAdA06uMAAHB61McBAOA48jgAqqM+DgAAp0d9HAAAjiOPA6A66uMAAHB61McBACoaxo8DoGmEcQAAOD3q45yVxWL58Y95/Xt1q1zZS16c+sNv74+f9N3nY9vFtBQqiOo+oF7tWj989YlwIj/Omjdv0bL4A4e6d2z34VsviRtiNhfOXbxszoKlB48k5BfkV6sa1r5V1MP33x3g5yvXZufktuja7+q3sHHh7/6+Pkr7f59++d1Pvzdv1OCXKZ8LADeK8eMAaBqd2wAAOD3q45zVu59MnPHr7Fu7dxa4IcvWbHjjg0/d3Vwb1a9bvVqYuCGHE44/+/r/9h44pNfrateorjfo4/cf2rPv4G9/Lvj28w8b1Kml0+mKJqRnUlIPHT1WO6J6SFCgfaFRf/Hnf2Gh5a+lK/18vOP27D1wJKFurQgBJ7VtXsHOxSbZ6P6YW3hD8h9t4fUAoDrGjwMAwOlRH+eszmfniFIUu3SOcC679+6X8/HvvXFLu9bihpxNTR8y5rmU1PTnRg2//45+3t6VhC1xe++zL+cvWfnosy8t/2Omh7vbd5+PtV9l5m9/vjVu/MA7+w29945Lb3Ddplh59SdHDB0/edrvcxe+9NRjAk4q/fSFhDizbORmuQlojE4AgMoYPw4AAKdHfRxwWfkF1uqkKiHB4kZ9+MXXShg3cuj9ShgnBQcGjH39xcYN6iafTV2yau313J6Yt2S5nN9/Z7/q4WGz/1psMpkFgBvC+HEANI36OABA2TAYIuLjBUoF9XFOqVP/gUlnUmSjTe+7mjSs9/vUCcryQnPhOx9NWLFh4/lz2VHNm9x+a4+et3SwXys7J/etD8dv3xWffPZsWGjILe1bPz/mUb3+Yi2I2Vz47Y+/LV6x5sCRo/6+PjWqhY8eNrhVi6bK2mLjxy1avvrHWfPi91uP05Th0YBbezxwZz9xQ5SR7+Qtfz3tpz37D8olHdtEjxz6QM3q4coGk2f8/OGEyTMnfSI3O3rsRMO6kd9/+bFcnnDi5NjPv96978D57JxqVcOG3DPg7n63Fr3lK22QlXU+uuftyjb9Bo2Q8wU/Ta0dUV1cD3kjC5atlOnb0IF3FVtlNBqeG/XImo1bIqqFO36D8tVZtGJ180YNAvx8+/fq9sWUGcvXrO/VtZOAM+o2wk1OAqq5mf0U9XEAVEd9HAAATo/6OKf00MC7G9WvIxuPPjjwniIh1P8++/K3+QtaNmrYvnXUirUbHn/xzdXrtyirZNzzwGNPz16wpGqVkMH33BEaHCSDsMdffMN+3Xc/nSBjr8xz5+/pd1utmjU2bYt76Inn9x06eulfn79k5RMv/3ffwcOd2sZ0aBV16OixN8d+9tOseeImPP/Ge9k5Oa8+O+aJRx7cvG3HPY88vmffwaIbvP3R54mnk2vVqFa7Zg15ceee/QOGjNy0bUebqBb3DrgtLy/v5Xc/+vybGfbtr7KBq5vrkyOGKlHjkHtul22/v0+n4LiN2+LyC0yd2rZyd3O9dG37Vi1ffHJkw3qRwmGLV63NzcvvYctPe3axxnCz/losAJQ66uMAqI76OAAAnB71cU5p2AN37z90RCZWwx64x79IliRTpwU/flslJEi2u3Vs/8xr78xdtLRTuxh58evpP+49cHjsmy/e3ru7svHX038aN/EbGa716XGLTOtm/vZnhzbRUz99X1m7ZNW6Mf95468lK+pH1iz212f8OivA33fRT98pB2meTj7b54Hhfy5cNvCOvpe9t+fOZ5sLC/18vMWV+fn5fvv5WFejUbY7tm11630PjZ887auP3rFv4O7qtnbeL0o1X4HJ9Mp74/R6/Y9ff6ac9OCJRx4a/Z/XJn4747bunWtHVL/mBo8PH5KTm7d5+857b+9Tr3bNG7jbZ1PS5LxWRDVRQv5avELO+/ToIufyOZd3csW6TclnU0OCAgSAUkR9HADVUR8HAIDToz6uQhl4Rz8ljJNu7dbJaDScPnNW2E7cOf2XWY3q17GHcdIjg++VWc/3v822L0nPyJQhlNLu0r7Nn99PfvyRIZf9Q6AZDykAABAASURBVDk5uSnp6Upb/sWfJo//+uN3xRXIWLB1rztjd+wWVzb0vruUME6qGhp8W/dbVqzbmJqeYd9gwK097IfWbo7dsf/Q0Yfvv8t+BlIvT/fnR49QHqYjGzji6nc789w5Oa/k6SlKQkpaxrotsdHNmoSFXhzPbsCt3eUX9Vl/LRIArh/jxwHQNMI4AACcHvVxFUrdIrVsOp0uwM/3fI71NKynTidn5+TKxhdTZhTd3ujqeuCw9YhUL0+Pvj27zFu8ovd9D/fs0qFtVIsObWIurYxT9O/VbdvOPf0Gj+jasV37mJbdO3ewx143rOa/h1qrWd1ad7Z3/6EObaKVJdXCqtjXHj5+Qs6bNWxY9CoybZT54/5DRxzZ4OZV9vKSc+XpvXnzFi8zmwt7dftntLjbut7y8ZdT/5i3+LGhDwgA1+lm9lPkcQBUR+c2AKCsZEy4OPy8z/DhLu7uAqqhPq5CcXMtPpaZ8ps0OcV68oc9+w4WG5RNkZl5zsen8nuvvlC1Suj0n/+Y+dufcvJwd+vUrvU7/3lGriq2/QN39Xd1NX7+zfRFy1fL6Y2xnzVv1ODN/zzdoE4tcTnffPKeuBZ/v3+N4OZlqzvLPHf+n4dWZJi2pGRr0V9ggF/Rq8i3ZVhIyJnUNEc2cMTV73aAv6+wBp1Jl10rswCZgYaHhQrHzLcdrPruxxPkVHR5womTm2J3tI5qJuBcjm4rPLbDev7cJj2MAeEcH6kt5HEAVMf4cQCAsmE22/M470GDyONURX0cpOAAfzkffM+A15974krbuLkanxs1/MlHhh46mnDgyLFf58yXWVuh2Txx7H8v3fjufrfe1bf3iZOnDyYcW7Z6/W9zFzzy9IvLZ82UNyJuSEp6etH0KjH5jJx7V/K67MZBtoeTkppedKF8W6akpSmnSb3mBjcvqlkT+UV6+ZoNLz812mgs/vt987adQ8Y8d/utPca+8Z9r3tThhOM74vc1rBfZvVP7osuPnTg1Z+HS2QuWkMc5nyOx5jUz8mSjagM9eZzWkMcBUB3jxwEA4PSoj3NW1/UihIWGyHnsjj3FumOn/zIrLy//0QcHHjp67JuZv/To3KFbx7YN6kbKqectHQYMGbli3UaLxaLT/ZMX5BeY3vvsyyrBQSOH3l+9Wpic5FVMBQVzFi3bsWevctLSG7Bn78HmjRrYL27aFqfX6xo3rHfZjauHh8n5jvh45VQVF29h38HsnNyG9eo4ssHNCwkKuKf/rb/M+ev732Y/fP/dxdZOmfmLnLdq6dCzMXfRMjkffPeAu4ucKlfYTom7cPmqBctXvvrs416e9FsApYR8FIDqqI8DAMDpUR/nrIy2sx/k5uY5trHh3gG37T1w6Isp0+0Ll65e/87HExJOnBLWw0V9/5i36LuffrO/uBbLhbz8vKpVQouGccJWRhe3O/67n34/W6T6LMt2FoiwkGBxo6b+9Kv9BpeuXrcrfn+f7l2udG7T9q2iqoVX+e6nPw4cSVCW5Oblfzhxsmz07trJkQ1KxNMjh/n7+oz94uv5S1baFxYWWj6ZNHXl+k0ymhzQu8c1b0Q+4X8uXi6f1R6dOhRb5eXp0eOWDjk5efOXLBdwLrWiDLc87C4nf4rjtIf6OACqoz4OAACnR32cswoNtp5H9bHnX60fWfvDN1+85vbPjx5x4NDRz7+ZsSl2R1SzxhlZ536aNa9OzRrPjhou18pcaei9d0z7ZdbDT/0nulkTuWTxyjVJZ1Imjn3r0psaM2zImP+8MXjUM317dpPvhb37D61Yt/GhgXc5PlzapVJS0u4dPqbHLR2Tz6YsXL66amjwM48Nu9LGHu5u773y/FMv//f+R5/q1rGdv5/PynWbjhw7MWbY4HYxLR3ZoEQE+vtO+fT94U+/+Mxr70z6bmaAv3W4Onn/Dyccr1Wj2mf/e/3S41gvtSVu18lTp3t0an/pOH1Snx5d5y1eMfuvJTJOFXAiNVvq5SSgGs6vCkDTCOMAAHB61Mc5q8F3DVi5duOO+H0Obi/jnh+//mzm73Nkdjb9l1lVQoIfvv/uMQ8Prlz54hhtz4waXnjBMvO3P9dv3lY9PKxZo/qvPD3msiOX9ejc/s3nn/zs6+8+/2aaDPJaNGn4v1eeu6tvb3ET3nrxmcNHjy1avsZywfLw/Xc9MnhgoO2ECVfSqkXTuTO/+eb7nzdtizu1LjmmeZNXnxljPxmrIxuUiEb168z7YcrUH36Vf2XfwcPmQnN4WJUnHnlwxJCB7m6ujtzC/CXWMzn0vELVXqc2MfIZ3rpjlwwTZcYnADjmZvZTFK0AUIXFxmQy5efnJyYmhoSE+Pr6CqCkTf5h/rnzOc8+eo8AgEuZzQlNLw6rVH39eh17ItXk5uZm2Hh4eHh5ecm5m5ubwWDQ6/XXVTtwwcZsNsuvEPLWMjMzIyMj5Y2IsiPvT2FhobxLBQUFr3x1elN87l3dQkbcGS5Q3kz94bf3x0/67vOxJVi5hvJrwi/H5646G1VHPH2Xh6enp/zUcnd3d3V1lR84Op2O4lw4SP7UzcnJkQ1PG/u7yMXm6telPg6A6hg/DgAAp0d9HAAAjiOPA6A6xo8DAMDpMX4cAKCiYfw4AJpGfRwAoGwYDBHx8QKlgvo4ANCaZZPz18ywnhx50FivOm3If0rezeyneD0AqI76OAAAnB71cdC4YQ/cLScBANpAHgdAddTHAQDg9KiPAwCt8aviEtHcGvt4eAtoDXkcANVRHwcAgNOjPg4AtKZlX1c5CaiG8eMAaBphHAAATo/6OABARcP4cQA0jc5tAEBZyZgwQWn4DB/u4u4uoBrq4wAAcBx5HADVMX4cAKBsmM32PM570CDyOFVRHwcAgOPI4wCojvHjAABwetTHAQAqGsaPA6Bp1McBAOD0qI8DAK05uq3w2A6zbDTpYQwI1wmUNMaPA6Bp1McBAOD0qI8DAK05EmteMyNPNqo20JPHaQ15HADVUR8HAIDToz4OAADHkccBUB31cQAAOD3q4wBAa1r2MdaOtsY+IbUpjlMF48cB0DTCOAAAnB71cQCgNX5hOr8wAfUwfhwATaNzGwAAp0d9HAAAjiOPA6A6xo8DAJQNgyEiPl6gVFAfBwCA48jjAKiO8eMAAHB61McBACoaxo8DoGnUxwEA4PSojwMArUlPtGQmWz9IQ2rrPLz5RVbyGD8OgKZRHwcAgNOjPg4AtGbbfNOaGXmyMWisV5025D/awusBQHXUxwEA4PSojwMAwHHkcQBUR30cAKCsZEyYoDR8hg93cXcXUA31cQCgNX5VXCKaW2MfD28BNTB+HABNI4wDAJQNs9mex3kPGkQepyonro+z/9xS7k9yWkFsfJYAUJ6dTStQGso/uLOm/y37uspJQDWMHwdA0+jcBgDA6Tl3fZyLjdJeuz1dTgJA+efyNwGUOvI4AKpj/DgAAJxeRRg/zmhwMdp+PynfbZS7x3EAQPlS9IeJUa9T2FM5frag1JDHAVAd48cBAOD0KkJ93OsPB+fm5ubn5+fl5RUUFBQWWqQLNgJO5Gxqhny5A/19BJyR8u8sMziDweDm5qbX6+15HGEcrhfjxwHQNOrjAABwes49fpzy613O5Q/4wsJC+RteXjSbzUoeJ+BcCswW+fq6M+Kk81Jq4gw2RqNRzmUqRx6HG8D4cQA0jfo4AACcntPXxym/3pWvNMpFV1dX8jinVGCy6PXC09NTwBnZj0uVGZzRRsnjih616jS2zSvYudgkG90fcwtvSP6jLbweAFRHfRwAAE7P6evj5M91+6Gp8nd7oe1oVcI4p1RgthguuJDHOTF70avepmgeJ5xrCLn00xcS4syykZvlJqAx5HEAVEd9HAAATs9Z6+OUrzH2SE75DW+xMHKcM8s3FVouuHh4eAg4r6KRnH0ugOvE+HEANI2vqgCAsmEwRMTHC5QK5z6/qn38OKUh75jM4wRfcpyUuVAmsBfc3KgncmYuRTjx+Ry6jXCTk4BqGD8OgKY5344NAAAU48Tjx9lL5GTbftSqbAjyOCdVaLmgs1wwGo0CzqvooalFkzh+uaDUkMcBUB3jxwEA4PScvj6uWJskzolZLBcsF4QSucK5XfqvDZQa8jgAqmP8OAAAnJ4T18fZ8XO9glCGBuTlrgh4lXGTGD8OgKbxhQYAAKfn3PVxl+K7jRNz1qHEAJQ4xo8DoGnUxwEAykrGhAlKw2f4cBd3dwHVVIT6OAAoX9ITLZnJ1h9iIbV1Ht58omoLeRwA1VEfBwAoG2azPY/zHjSIPE5VFa0+DgC0b9t805oZebIxaKxXnTbkP9rC6wFAddTHAQDg9KiPAwBUNIwfB0DTCOMAAHB61McBgNbUijLoDdbacP9wnYAKGD8OgKbRuQ0AgNOjPg4AtKZmS72cBDSJPA6A6hg/DgAAp0d9HAAAjiOPA6A6xo8DAMDpUR8HAKhoGD8OgKZRHwcAgNOjPg4AUNEwfhwATaM+DgAAp0d9HAAAjiOPA6A66uMAAGXDYIiIjxcoFdTHAYDWLJucv2ZGnmwMGutVpw35j7bwegBQHfVxAAA4PerjAAAVDePHAdA0wjgAAJwe9XEAoDV+VVwimltjHw9vATUwfhwATaNzGwAAp0d9HABoTcu+rnIS0CTyOACqY/w4AACcHvVxAAA4jjwOgOoYPw4AUFbyNm9WGu6tWgmoifo4AEBFw/hxADSN+jgAQNkwm5MeekhpVl+/XufrK6Aa6uMAABUN48cB0DTq4wAAcHrUxwEA4DjyOACqoz4OAACnR30cAGjN0W2Fx3aYZaNJD2NAuE5AS8jjAKiO+jgAAJwe9XEAoDVHYs1rZuTJRtUGevI4NTB+HABNI4wDAMDpUR8HAKhoGD8OgKbRuQ0AgNOjPg4AtKZlH2PtaGvsE1Kb4jjNIY8DoDrGjwMAwOlRHwcAWuMXpvMLE9Am8jgAqmP8OAAAnB71cQCAiobx4wBoGvVxAICyYTBExMcLlArq4wAAFQ3jxwHQNOrjAABwetTHAQDgOPK4/2fvPuCbKBs4jl+TtOlejLZQ9t4bAZEhiANkC8gQUBHEhSKor6IITlQUF1uWIEsRZCN7g5S9V4FSNt07Td8nPYyhhVJor7lcft/Pfcr1ck2zyl3++d9zABRHPw4AAM2jHwcAahMVaY65YvmPNKiczsOXd2TqQh4HQHH04wAA0Dz6cQCgNmHL0jbPShYzvcZ4VWhE/pP/GD8OgKoRxgEAoHn04wAAzobx4wCoGh9uAwDsJXnXLnnGvWFDCUqiHwcAahMQ4lK6tiX28fCVoDbkcQAUx/hxAAD7MJku9+snz5bctk3n7y9BMfTjAEBt6rZzE5MEVSKPA6A4xo8DAEDz6McBAJwN48cBUDX6cQAAaB79OACAs2H8OACqRj8OAADNox8HAEDukccBUBz9OAAANI9+HAAAuUceB0Bx9OMAANA8+nEAoDZhS1MPrE4TM60HGUOrkv/kP8bpLjRcAAAQAElEQVSPA6BqhHEAAGge/TgAUJuoSxnh+0xiJinWKEEBjB8HQNX4cBsAAM2jHwcAQO6RxwFQHOPHAQDsw2AofeSIhAJBPw4A1KbVAKOYJKgSeRwAxTF+HAAAmkc/DgDgbBg/DoCq0Y8DAEDz6MfB4azdErZg6ca7XTro3W+zL3yua5sm9atJAJApL9spnQQACqMfBwCA5tGPg8Np2aROqdCg3K8vViaMA5BfyOMAKI5+HAAAmkc/Dg5Hp3N5tuOjudxNFauJlSUAyCccrwpAcfTjAAD2krxrlzzj3rChBCXRj4MjKh0a3LRhjc07D9xzzZZNaouVJcChREWaY65Y3ogFldN5+PI/av5j/DgAqkYYBwCwD5Ppcr9+8mzJbdt0/v4SFEM/Dg6qQ5smew+ejE9MymGdAD+f9m2aSICjCVuWtnlWspjpNcarQiPyn/zH+HEAVI0PtwEA0Dz6cXBQ3l4enZ96JOd1xAruRjcJAPIP+SgAxTF+HAAAmkc/Do6rSf1qG3fsPxdx5Y6XViwb2qBWJQlwQGXrGfQGdzETGEoZS3V4SgAojvHjAADQPPpxcGh3O7GDQa/v2amVBDimMnX1LfobxVSIPE4ZedlO8ZQAUBz9OAAANI9+HBxa6dDglk1qZ1/+RMuGwUUCJQC4E8aPA6Bq9OMAANA8+nFwdO3bNAnw87FdIr59okUDCQAUQB4HQHH04wAA0Dz6cXB07ka3LCd26N6+hcGglwBAAeRxABRHPw4AAM2jHwcNaFCrUsWyofJ8rarlalcrLwHA3TF+HABVI4wDANiHwVD6yBF50vn7S1AS/ThoQ89OrQx6vdHo2r19SwlwcGsnp4xsFiOmkztMEhSQl+2UQQIAhfHhNgAAmkc/DtoQXCTwiZYNDXpdoL+PBACKIY8DoDjGjwMAQPPox0Ez2rVuJAGAwsjjACiO8eMAANA8+nEAoDatBhjFJEExedlOkccBUBz9OAAANI9+HDQj+wuPXVkAd8T4cQBUjX4cAMBeknftkmfcGzaUoCT6cdAA6y7rHfddeUECyEfkcQAURz8OAGAfJtPlfv3k2ZLbtnGKVUXRj4Ojk19v4mtKQsa8D5IefdEtpLKLTLL5gJndWgD5QicBgMLoxwEAoHn04+DQMjKZzeakuPRZbyWG703/9e2kC4fSTJnS09PFRdbATgKATHnZTpHHAVAcey0AAGge/Tg4rox/Jcebfx2aFHncLBamJklz3007fzA1LS2NSA4O6mxY+oZpKWK6EWGWoIC8/G9AHgdAcXy4DQCA5tGPg4OyhnFJ8emzhydfOvHfu2sRyS1433z+YJocyZkzEcnBgZzZY9owLVlMN8nj1Ic8DoDiGD8OAADNox8HR2TbjJs9NDnyqCWzcHOXeo7yLV7FMth6WrLLoo9cLhxKoyUHIH+RxwFQHOPHAQCgefTj4HCyHKYqN+NEGNfjY98S1Q3dR9hGcrrzB1OF9ExEcnAUddu69hvnLabQqnoJCmD8OACqRj8OAADNox8Hx2J7AocsYVxIBUsM5+ouWSM5U4pu8ceGiMMmIjk4loBiutJ19GLy8OXtmCIYPw6AqtGPAwBA8+jHwYFYw7jkePPMN2+NGWf0cLGGcbIskdyfI/VEcgDyC3kcAMXRjwMA2IfBUPrIEXnS+ftLUBL9ODiKLGHc1dO3wrhnP7ktjJMRyQFQCHkcAMXRjwMAQPPox8Eh5BDGBZW58wBbRHIA7obx4wCoGnsnAABoHv04qN8DhHEyIjkAd8T4cQBUjQ+3AQDQPPpxULkHDuNkRHJwRGsnp4xsFiOmkztMElSGPA6A4hg/DgAAzaMfBzXLYxgnI5IDkI/I4wAojvHjAAD2krxrlzxJUBj9OKiWNYxLiEl/4DBORiQHxxIQ4lK6tkFMHr4SlJCX7ZRBAgCF0Y8DANiHyXS5Xz95tuS2bZxiVVH046BOtmHcrCEp1889eBgnkyO5eaNjLx41ZUZyUseRptBqkpubm7yCTqeTP41mBxh2V7edm5gkKIbx4wCoGv04AAA0j34cVOiOYZy794OHcTJacgDyjjwOgOL4eBAAAM2jHwe1uVsY1ytvYZyMSA5AHpHHAVAc/TgAADSPfhxUJYcwrnDJvIZxMiI5AHnZTpHHAVAceyEAAGge/TioRwGEcTIiOcDJMX4cAFXjw20AADSPfhxUosDCOBmRHNQsbGnq9NcTxBRxxCRBZcjjACiO8eMAANA8+nFQA2sYF3+zIMI4GZEcVCvqUkb4PpOYkmIlqA15HADFMX4cAACaRz8OdndbGPdmAYVxMiI5wDnlZTtlkABAYfTjAAD2YTCUPnJEQoGgHwf7yhLG3bhgefF4+Lr0HKV4GCeTI7l5o2MvHjVlRnJSx5Gm0GqSm5ubvIJOp5M/pWbHGAWm1QCjmCQohvHjAKga/TgAADSPfhzs6G5hXK9P/QomjJPRkgOQe+RxABTHx4AAAGge/TjYSw5hXKHiBf2Gl0gOQC6RxwFQHP04AAA0j34c7EJVYZyMSA5wHnnZTpHHAVAcexsAAGge/TgUPBWGcTIiOcBJMH4cAFXjw20AgL0k79olTxIURj8OBUy1YZyMSA5qEBVpDt+bLqakWF5pqkMeB0BxjB8HALAPk+lyv37yZI6OlqAk+nEoSNYwLu6GWYVhnIxIDnYXtixt+hvxYoo4ki5BZcjjACiO8eMAANA8+nEoMLZh3PTXkuQwztNPXWGcjEgO0DbGjwOgavTjAADQPPpxKBjWMC76skmEcTGXLQtFGNf7c9WFcTIiOdhR2XqGFv3dxRQYSvijCMaPA6Bq9OMAANA8+nEoALZh3MwhKbZhXECwet/bEsnBXsrU1bfobxRTIfI49eEpAaA4+nEAAGge/TgoLUsYF3vVslD9YZyMSA5AFuRxABRHPw4AAM2jHwdFOXQYJyOSA7SH8eMAqBp7FQAAaB79OCjnjmGcTyGdA4VxMiI5QGMYPw6AqvHhNgAAmkc/Dgq5WxjX81NfxwrjZCKS6/aBb7EKRHKAsyOPA6A4xo8DANiHwVD6yBF50vn7S1AS/TgoIYcwzr+oo76ZdfOQuo8kkkNBCFuaOv31BDFFHDFJUBnyOACKY/w4AAA0j34c8p0mwzgZkRwKRtSljPB9JjElxUpQAuPHAVA1+nEAAGge/TjkL2sYF3stfdabqVoK42REcoAGMH4cAFWjHwcAgObRj0M+uj2MS4m5YtmT1FIYJyOSg9JaDTCO3OQnpgqNDBJUhjwOgOLoxwEAoHn045BfsoRxUZHaDONkRHKA0yKPA6A4+nEAAHtJ3rVLniQojH4c8oU1jIu7btZ8GCcjkgMcF+PHAVA19h4AAPZhMl3u10+ezNHREpREPw55ZxvGzRyS7AxhnIxIDnBQjB8HQNX4cBsAAM2jH4c8ctowTiZHcsUr3YrkFn2kv3CISA7QMvI4AIpj/DgAADSPfhzywsnDOJmI5Lp9eKsll56qW/wxLTnk1dmw9A3TUsR0I8IsQWXI4wAojvHjAADQPPpxeGB3DOO8/F2cKoyTceAq8teZPaYN05LFdJM8ThmMHwdA1ejHAQCgefTj8GDuHsb5OVsYJyOSAxwI48cBUDX6cQAAaB79ODyAHMK4wBDnfa+aZSw5EckxlhweTN22rv3GeYsptKpegsqQxwFQHP04AAA0j34c7hdhXA5sx5ITkRxjyeHBBBTTla6jF5OHL2/HVIc8DoDi6McBAKB59ONwXwjj7okDVwH1y8t2yiABgMLYSwAA2IfBEDx9ujyr8/eXoCT6ccg9wrhckiO5eSNjI0+aMiM5qeNIU2g1yc3NTV5Bp9PJn3wTXgN2wfhxAFSN/QMAgL24N2woTxIURj8OuUQYd19oyQFaxf93ABTHR3YAAGge/TjkBmHcAyCSAzSJ//IAKI7x4wAA0Dz6cbgnwrgHRiSHB7N2csrIZjFiOrnDJEEBedlO8b8eAMXRjwMAQPPoxyFnhHF5RCQHqBDjxwFQNfpxAAB7Sd61S54kKIx+HHJAGJcviORwvwJCXErXNojJw1eC2nB+VQCKox8HALAPk+lyv37ybMlt2zjFqqLox+FuCOPyEWdcxX2p285NTBJUif/+ACiOfhwAAJpHPw539F8YdyOdMC5f0JID1IPx4wCoGnsDAABoHv04ZGcbxs16kzAu3xDJASrB+HEAVI0PtwEA0Dz6ccgiSxh3M8KykDAuvxDJAY6O/wcBKI4BLAAA0Dz6cbBFGFcAiOQAh8Z/hQAUx/hxAABoHv04WBHGFRgiOeQsbGnq9NcTxBRxxCRBAYwfB0DV6McBAKB59OMgI4wrYERyyEHUpYzwfSYxJcVKUALjxwFQNfpxAABoHv04SIRxdkIkBzgigwQACqMfBwCwD4MhePp0eVbn7y9BSfTjQBhnR3IkN29kbORJU2YkJ3UcaQqtJrm5uckr6HQ6+TNydsudSt22ruXqW2KfoHL8DaoOTwkAxdGPAwDYi3vDhvIkQWH045wcYZzd0ZJDdgHFdKXr6MXk4ct/p4pg/DgAqsZWHwAAzaMf58zuGMaJ9/+EcQWMSA4oYIwfB0DV+HAbAADNox/ntO4WxvX6xJcwruARyQGOgv8fASiOgSoAANA8+nHOKYcwrlCoXoI9EMkBDoE8DoDiGD8OAGAvybt2yZMEhdGPc0KEcapFJAdZVKQ5fG+6mJJiea4VwfhxAFSNfhwAwD5Mpsv9+smTOTpagpLoxzkbwjiVI5KDELYsbfob8WKKOJIuQQGMHwdA1ejHAQCgefTjnAphnEMgkgPUjDwOgOLoxwEAoHn045wHYZwDIZJzcmXrGVr0dxdTYCjhj+rwlABQHP04AAA0j36ckyCMczhEcs6sTF19i/5GMRUij1MG48cBUDW27gAAaB79OGdAGOegiOQAhTB+HABV48NtAAA0j36c5lnDuIRowjjHQyQHqA15HADFMX4cAACaRz9O22zDuF/fSiGMc0REcoCqkMcBUBzjxwEAoHn04zQsSxh3LdyyX0cY54iI5ID8lZftlEECAIXRjwMA2IfBEDx9ujyr8/eXoCT6cVpFGKcxciQ3b2Rs5ElTZiQndRxpCq0mubm5ySvodDr503R24DUgbGnqgdVpYqb1IGNoVfKf/Mf4cQBUjX4cAMBe3Bs2lCcJCqMfp0mEcZpES855RF3KCN9nElNSrAS1IY8DoDg+XgMAQPPox2kPYZyGEckBdkceB0Bx9OMAANA8+nEaQxineURyzqDVAOPITX5iqtCIg1UVkZftFHkcAMWxFQcAQPPox2kJYZyTIJID8ojx4wCoGh9uAwDsJXnXLnmSoDD6cZpBGOdUiOQAeyGPA6A4xo8DANiHyXS5Xz95MkdHS1AS/ThtIIxzQkRygF2QxwFQHOPHAQCgefTjNIAwzmkRyQEPhvHjAKga/TgAADSPfpyjI4xzckRymnQ2LH3DtBQx3YgwS1AA48cBUDX6QcvOiQAAEABJREFUcQAAaB79OId25zDOmzDOuRDJac+ZPaYN05LFdJM8Tn045S0AxdGPQ97t3n986m/L73bpoHe/zb7wmXbNWzWtKwEACgT9OMd1tzDu2dGEcU5HjuTmjYyNPGnKjOSkjiNNodUkNzc3eQWdTid/1s7uPZBH9OMAKI5+HPKuQa1KFcuG5n79UqFBLZvUkQAABYV+nIPKIYwrUoowzhnRktOSsvUMLfq7iykwlPBHEYwfB0DV2FojX/Ts1Mqgz9UbA7FdfLbjo+LjWwkAUFDoxzkiwjjcEZGcZpSpq2/R3yimQuRxymD8OACqxofbyBfBRQKfaNkwN2s2bVijdGiwBAAoQPTjHA5hHHJAJAcojTwOgOIYYAL55YkWDQL8fHJex9vTo0ObJhIACAZD8PTp8qTz95egJPpxjoUwDvdEJAcoijwOgOIYPw75xWDQd2/fIud1Oj/1iLeXhwQAmdwbNpQnCQqjH+dArGFcUpyZMA45IJIDcsb4cQBUjX4c8lHtauVrVS13t0srlg1tUr+aBAAocPTjHMVtYdzQZMI45IxIDsgB48cBUDX6cchf3du3NBpdsy8Xr7SenVpJAAB7oB/nELKEcVdOEcbh3ojkHNfaySkjm8WI6eQOkwSVIY8DoDj6cchfgf4+T7a4w6FnLZvUDi4SKAEA7IF+nPoRxuGBEckB+Y48DoDi6Mch37V+pF5QkQDbJQF+Pu05jQOAbJJ37ZInCQqjH6dyhHHIIyI5RxQQ4lK6tkFMHr4SlMD4cQBUja0y8p3BoO/Z8bZDU7u3b+FudJMAwJbJdLlfP3kyR0dLUBL9ODUjjEO+IJJzOHXbufX73ktMoVUNEhTA+HEAVI0Pt6GESuVK1K9ZUZ6vWqFU7WrlJQCA/dCPUy3COOQjIjkgv5DHAVAc48dBIZ2famY0uhr0+m7tW0gAALuiH6dOhHHId0RyQL4gjwOgOMaPg0IC/X3aP9bkiZYNOY0DANgd/TgVIoyDQojkABnjxwFQNfpxUE6rpnXbtW4kAQDsjX6c2hDGQVFEcoCUt1c4Q/oBUJyD9uPYewCUQDoPaBX9OFUhjEMBkCO5eSNjI0+aMiM5qeNIU2g1yc3t1im2dDqd/EaAv2V7ORuWfm6/SczUeMy1UCh9LHUhjwOgOMfaBtvGcERyQP7Kks6zdw5oCf049SCMQ4EhklO5M3tMm2cli5niVfTkcWpDHgdAcY7Sj7Mt1cs7shIABbhksv1WAuD46MepBGEcChiRHJxZXl7V5HEAFOdAYZzpypXEjRutYRzDXgD5SN5fEV+NDz3kWqKEmGEHHYozGIKnT5dndf7+EpREP04NCONgF0RyqlW3rWu5+pbYJ6gc5ThFMH4cAFVT/3bXmrulnjkT9fHHEgAl+X72mUtIiF5veWfIDjqU5t6woYQCQT/O7gjjYEdEcuoUUEwXUEyCOhGRAlCcQ2x35f1XQQKgsPT09LS0NJPJJP/R0X8BtIF+nH3dMYwzehLGoeBwxlXgvtCPA6A4hxg/Tt6FFfsK8rdFR37sUauWBCD/pJ47d2nIG2JGhHF6k+VUX1kGkgPg0OjH2dHdwrgeHxPGoUDRkoOzYfw4AKqm8i2u7QkcrLmhoXBhQ2ioBCD/mBMT5RmRx+lSU+Xx42TsmgMaQD/OXnII44LLEcahoBHJwankZTvF8aoAFKf+fpx88zheFSgY6enpJpPJeuiKbRQO5LvkXbvkSYLC6MfZhTWMS0nIIIyDSnDgqnpERZrD96aLKSmWR1t1yOMAKM5Rxo+Td2clAAozZbLdIweUYjJd7tdPnszR0RKURD+u4NmGcbOHEcZBRYjkVCJsWdr0N+LFFHEkXYLKkMcBUJxDjB8HoMBY30BSjgO0hH5cAcsSxkUes3ymSBgH9SCSgzPIy3aKPA6A4hxlK8veAFAwrGGcBEBD6McVJOvnGYRxUDMiObsrW8/Qor+7mAJDCX8UwfhxAFTNgT7cZm8AAIAHQz+uwFjDuOR4M2EcVI5Izr7K1NW36G8UUyHyOPXhKQGgOE6fBACA5tGPKxiEcXA4RHLAHZHHAVAc48cBAKB59OMKAGEcHBSRHLSK8eMAqBr9OAAANI9+nNII4+DQiOSgSYwfB0DV6McBAKB59OMURRgHDcgeyV08RiQH52WQAEBh9OMAAPZhMARPny7P6vz9JSiJfpxyCOOgGXIkN29kbORJkyWS+8il48em4pUlNzc3eQWdTid/ls/bh3wRtjT1wOo0MdN6kDG0KvmPutCPA6A4+nEAAHtxb9hQniQojH6cQgjjoDG2Lbm0JJc/PzLQklNO1KWM8H0mMSXFSlAC48cBUDW2pgAAaB79OCUQxkGTiOSgGYwfB0DV+HAbAADNox+X7wjjoGFEcgWj1QDjyE1+YqrQiINVVYc8DoDiGAACAADNox+XvwjjoHlEcnBy5HEAFMf4cQAAe0netUueJCiMflw+IoyDkyCSg6Nj/DgAqkY/DgBgHybT5X795MkcHS1BSfTj8gthHJwKkRwcGuPHAVA1+nEAAGge/bh8QRgHJ0QkB+dEHgdAcfTjAADQPPpxeXfHMM7NXSKMg+YRySkkKtIcvjddTEmxPHSqQx4HQHH04wAA0Dz6cXl0tzBOhBSEcXAGRHJKCFuWNv2NeDFFHEmXoADGjwOgamw1AQDQPPpxefFfGJeQniWMK1bRIAHOgUgODofx4wCoGgerHv3775HVq31Sr25ybGxu1p/zyuBRtWvlZYV/5s+b1ve5zx5q+Me770gP5PPGjX7p+5ykgE0TJ4hH43xYmOSYIvbvF7d/8+RJkmK2Tp1qeYj27JEKSgHcKQCaRz/ugdmGcb+9m1LwYVy6KX3Nwu3v9Rrbs8HbXWu8/lq7T3754o+Y63G26zxRasCIfuMkBzd/wkpxRw7vOilpjnzX9m8/frcV5ny/VKxwaPcpKXdE/LVq7pa3unwhXhLP1h/6To+vC+ZxI5LLX2XrGVr0dxdTYCjhj+rwlABQHOPHHVq50tPf35SScmDpX5Lyjq9fv3TUqIuHDgVXqhRQoqQEAIDy6Mc9mCxhXMShgg7jLpy6/Hr7T78Z+suB7cd9/L2KhhY+dej8/PErXnrswzNHIyQ4qwkj5377zozI8GstOzaq+0jVkwfPvd3tq/WLd0nKI5LLR2Xq6lv0N4qpEHmc+lB+BqA4Jx8/Likm5vj6dXU7dzm0csU/CxY07NlLUphI4sTX7t9+V6FZMwkAgAJBP+4B2IZxc95JvnjYsr9UkGFc1LXY4T2+El/7v9P5qV7Nffw8xcIbV2ImjZ638a/dI/qNm7HlC4Mro9c5neP7wv+auT4otND3Sz7wK+QtZb4qhncb88P/ZtV9uIpfYR9JYXIkN29kbORJkxzJdfzYVLyy5ObmJq+g0+nktxgciAP7Yvw4AKrm5FvKo3//bUpJKVWvbpXWj109eTIyMyxTVHpaqvjqFxIiAYCTMxiCp0+XJ52/vwQl0Y+7X3YP44Spny+Uw7jug5+UwzihUJDfsG9fqFiz1I3L0dtWOer4EsiLAzstx70+M/AJOYyTMl8Vbbo3TYxPPhJ2WioQtOTgEPLyCqQfB0BxTt6PO7Rihd7VtWzjxh5+/nsWzN+/9K9i1atnWWfvokV7F/1x7fTp0g0bNn3++exXcs8VZMkxMV883ESe/7lTR/H11SV/FS5bNsNs3jZt2oHly6IuXPAMDAypUqXdByO8ChWS19w6deqab8f2nzFz1ZgxN86FB1eu3H/6jCzX/NfHH4sbX797j3YjRohvLx05suWXXy4ePJAUE+NfrJi4d4++9rqru7v0QE5u3rR5yhQRVooHqnDp0m3efrt4jZq5XCHy8KFJ3bu3/3hUxMEDZ3fuSoyOKlm7duM+z5Vt0sT640dWr/5n/vxLR4/o9PrAkiVrPf20uCNSrkVHRGyaPOnk5s3iEav22GMl69bLskJqQsKyTz+5sG9f7JUr4tGo0KzZY28NFb/LusLlo0fDFv1x8cCBq6dOiZy0UOnSrYe8WaRcOesK5/75Z9uM6ef2hAVXrlSva9d73qScf+Pc11+7eeFCv1+mbZ4y+cyOHTGXLgVXqiQetGLVqufyTiXcuLFxwoSzu3ZGX7zoGxQUUrXaY2++6VesmAQ4IPeGDSUUCPpx90UNYVxcTOKmpbtFztLp+dZZLjK46vsN7xy26XCx0kF3/NnEhJSfR8w+uuf0tctRRYsXeujRms+/10Wv/6/tIWK+xdPXHg07c3L/WZ8A75BSRTr0b9X4sdrypR/1/+H6lSgRAk4bsyg+NvGpZ5uJTDD7bzl9+MKq+VuO7z0TfjyySPHA0DJBz7/bpWSFW584dqn++qOdGj3R45HfJ6/et/Wo3qCrUqfc4FHP+hf2tV7DwR0nxKWHd58sW7XEE8/e47iBdFP671PWbFsRdvbYRb/C3sVLB/V8rV2NRhWtK1y+cH3hxFX7thyNuRlXoWbp3m+2r1qvXG5u7Yn94a+3//S9H18yuBrWzN9yaPdJcSMbt67d793O8oN2zxVkG//avX31vpMHwqNvxAWFFipfvdQro3saPdysK6SlmMYMmbp/21F3D2P9FjW6DX5SPL93u7871h6Y+/3Si+eu6nS6EuWDX/qguwhh5YvqN6/m6eX+UKvb9se8fS2JbVJCslRQaMlB2+jHAVCcM28jYy9fPrtzR7kmTUQYJ6I0r8DAg0uXmlJSbNdZOnr04hEfpCYm1uncOS0paVq/fiK1ua8VrAzu7i1ffbVU/fpivmHPnmLeMyBAzC8cPlwkbgY3twY9eoho5uiaNZN7PitiGtufXf7ZpzGXIkXaVaRc+SxXu2niBBHG1e7Uqe0HH4hvb54/N/2F54+vX1ekbNla7dunJCZunzHjr5EfSQ9k97y5s19+Oe7K1dodOlRs1kxkjuIOntqyOfcrCBsnTji5aVOTfn07jhptSkub+dKAsN9/ly86tGL5/LfevHz8WPmmTcUTcfX0afF47pk/P5c3T4SAk57tsX/JkjING5aqW3fX3LlLbr+nIhr7pe9zYgX/YsUf6tXLNyhYPBrzhrxhXeGf+fMmPNP14LJl/sVDxTMo9vWPr1//18cjrSscXLZ0ev9+kYcP13q6nW/RootHjBDhXQ436Z6/UcoM1Cb16J4cF9fi5cHicRN538wBA0R4l5s7lZ6a+uvLg3b9Nsfo7V2vWzd3Hx/xGM544fksr1sAyIJ+XO6pIYwTDmw/nppiEqmNm7tr9kvrPlL1xfefKV/9DgPRijDu7a5f/v379qKhhdr3fbRISIDIvEa/9LN1BRHDvfTYh39MXi1yvSd7Ng8s4rdv67GxQ6fdvBpjXSc+JvH792YZ3d38An1KVrjDRz7Lft34ylOj1i/eGRRa+PEeTcUGdMff+8e9N9N2nf3bjr3/3HcimRr88bPlqpbctOyfj1/8yfqyWffnzuE9vj55MPzRTo0LBQd8O4w+UuUAABAASURBVGza6nlbpLub8PG8Xz7/XdwwkfGVLB8iHp93e409e+zWIHqHdp969alRqxdsrVCzVPP2Dc+djBza5ctd6w7m/tYumLBy2pe/136k6sAPe7gZXRdMWjXti99zv8KYN6Z8/uqkUwfP1WtRvdFjtS6fvyZuzJzvl9pew/iP5ohosumT9SvWKr101vrBT4w8c+TCHe/synlbRj7/w7VLN5u1q//wE3UuhV8d9syYA9tPyJeWqRzatnfzwiEB1vWTE1NXzdssXiq1GleWClAOLTlzJvpxcFz04wAozpn7cQeW/iXue9XH2oh5nV5f/cknd86efWzd2upPPiWvcPnYsX/mzS3TqFHvn8frMz/r2zJl8t/ffaczGHK5gi2D0dh80MsiuRP5S/1nuhWtUMFyG/766/DKFfWe6dZuxAgXXeZnsBs3znll8Nrvx3X+/Avrz7oajUPXb7Btdcn2/vHHuh9+qNmuXYePR8m5atjvf6TExfWfMbNUPUup6vFhw6f163to5cp2Iz508/KS7seNc+dWjRkTWrNm7wkT3X0tn2ZHXbggwqYVn38++M9GelfXe64gX0/izZuvLvlLLnBVbNFiau/ea8d9Jx5tN0/PnXPmeBUq9NqSv9z9LJ8Pi4T0p44d9i9bKpKm3NzCDeN/ToyK6j1xYvmHm4pvm700cErv3rYrbJ46VTxH4pGs+fTT8pItU6b8/d23IsMSz7LIzsTtD6la9fkZM109PMSlItUSaVf4rl03wsMLlS4tvl39zTfeRYoM+G2ub5ClgyCeqen9+uZwk3L+jfKShJs3RRorXgxivkrr1t6FConXzOmtW0UgeM87dWbnjktHjrR6/fVHXhooL1k55ssdM2eG/7NbXh8A7oh+XC5ZD7JLSTTbMYwTbl6JFl9DywVL92n+z8tFyjPs2xdadW50a8n4Fb988cfGv3Y3f7qB+Hb6V4tSklLHr/64eOmi8gpTP10o0qVdaw888ewj8pIrETc6vdB64Ifd7/grROQ3afR8kQZ+veAdd0/L/k/qe11H9Bu3f/vxC2eulCh7q7V3/tSlL+e+XatxJTH/8JN1P+r/w671ByPPXRO/V0SNUz9fGFjUd9zi9+Vc6alnmw3r/tXd7pT4jX/NXF+vebVPZw6Rl2xbtXfUSz9vWLJbhFMi9hn79i+pKWlj5g+vXLuMuPS5oR1feerjH96fNX3LFynJabm5tdcuRU1aM0o+AvSh1rUGP/nxlhVhIvS03oYcVhCBpogXxaM35Ivnbj2AF2681v6T9Ut22lYLU1LSxP0tUsxyf1t1bvJB3++mfL7ws1lvZrmz0ddjp3wyv2LN0l/8NtTT23J8w4032r/T46vxI3/7cfkI20aeTIRxo1766cSBc/2GdSoUXNDH/t+xJRdaxfKfg8FgsP4vQUXujtZOTtk8y1Jp7DXGq0Ij8p/8x/hxAFTNqQ9WXblSZGQiEJG/rdbmcfF13+LF1hUOLl8mvjYfOEj/b/G+cd9+ci6TyxXuac/CBUYfn8fefFMO44SKzZtXbtVK5HRxV69aV6vVvr1tGOeSuW2Rm1xV2zze8dPPrD8ui754UZ4RoVjXMV+9uXrN/YZxUuZDIQKpVq+/IWdtQkCJEk369hMx3JE1q3Ozgqzm0+2tR1OK29Oge3cRSJ3afKtDJ0Kx+Js35Xnf4OAXZv3a66efc3PzkmNijq1bV7ZxE2sOJaK9h/v3s65gTk/fOfvXkKrVrNGY8PDzz/sULbrrt9/EfIbZ/PRHIx9/e5gcxkmZmWm5RpZ3L/KDf2bHDjEjbrD1ORUpZ/WnnrrbTbrnb7Sq9vgT1vnSDSzH60VHRubmTsmiIy9Z/3JFYPf6ihXlGjeRAODu6MflXmYzzvzbu/+GcR5St48KOowT4mMTxVcvb4/7+qn0dPOSaWsr1ChlDeOErgOfEDHNkhnr5G87Pt9KxEbWME7KTJfEV9t+nPB497t+zCM2oK9/3mfAB93keEuyRJaudZpWlf6NEWUieJLDOClz16V65rGlVyNuiK97tx65cTm6be8W1pJX9YcqtOxwjwPYY2/GJ8Ql3brNrWqOX/VR7yGWDe6JA+GR4ddad20ih3GCb4DXm1/26/9OF1OqKZe3tl6zatbh2MSPl6tS4vKF66a09NysEFSisHhIuw160rpyUIlC4lm4GnHT9s+k84uPyWGcUL9FNREvhm06ItK3LHdz9YKt8bFJPV59Sg7jpMzh4To9/9jZYxFi/Swri2Tz4wE/hm0+Iq5c/IhkD3IkV7zSvy25Dw0RR9IEBpKD3TF+HABVc9pPqy4dPnz52LGqbdoYvW/tWpWoW1fELqe3bhURjAhQJEv9zTJcbnGbEeVEnFSsWrUTmzbJ395zhXu6cvJkUIUK1jzr1i2pWevY2rWXjx+Tb4YQEBpqu4LYtERFRCwc9rYIgIIqVrCN6qo/8cSOX2ct+t97+xb/Wa5x48qPtipctqz0QG6EnxVfQ2vXvu22ZX575fiJGk+1vecK8pJCpUrZrlC4jGVf+dLx41Uff7xmu3YX9u4d37lTpZYtyzVqLIJIuTaYG+KhM5tMIVWq2C4UD751PubiRRH2iZmNE8bbrmNwM4qfFTMiCZWDs/TU1PNhYae3bz8XtufSEcuerinztBviKRBfQ6pUve1XVK12cNmyO96ke/5GK+9/xwcU3DwtA76kJSfl5k6J8C6wRAkR417Yv69is+blmzYVEaEnA+HDYSXv2iXPMJCc0ujH5YZ8mKpIEDbPSr1w0CwvbN7bSw4aCpiXjyWJS4hPuq+fEmlXYoJlBIM54247UtLNzRB+7NZndfI4ceKenjx4ft/WIwd2HD++17JBT0lJs/2RkJJFpLvfNjnvS0s1Hd59SoRBh3afOHXwnJQ5RJp1tcAitw2O5uFhFF+Tky1b2DOHLcdplq9+2x5Cueol1/25846/0dPL2KJ9ww1Ldg14dMTDT9St3aRyvebVy1S+tXcUftRy1GqlmmVsf6Rus1ubb6OljHbvWxtQ+LadMXcvy61NSU41uHrcc4WQkoVDSlqqhSJH27/t2J5Nh46FnTmTeavEr7AecVy5zm27ZCKw27Px8OnDF0QwZ7s84rRlCIuDO09YnzLh0vlrlovOXm7Q8raRjheMX7F3y9Ennn3kpRG5OrZAISKS6zTc55e3ohNjMtKSXZaP0b8wNd1kMjGEXM4CQlxK17b89+LhK0FtyOMAKM5pN5AHVyyXMk8mMLJ6tSwXhf3xu3wsYUp8nEjrrOUpmXeR/z5PvucKOUuJj0+OjfWyiWZk8pL4a9etS0Sgk2Wd2CtXRM6VFBOzaeLEGm3bBpa4NYJMcJUqfaf+svKLz8/u3Cmmv7/7LrBkyUdfe816sGTuxV6+7OHnl+VEEHKQFH/jem5WkGVJi+Smnrjj4muD7j0Mrm7rf/5JPBFiWjp6VPGaNZ/+8KOgSpWkexGPnvjqFRhou9DH5sGPvWbZc7105LCYsv+4eOjEjT+xYcPa78ddOWEZkMVgNJZu0KBEnTpnd+yQ10mOi7Pc/sCA2+5gkcLSXeTmN8rzcgZnS/747p53Sjza/WfMXDlmzOGVK66ePLll6hSxcp3OXVq9/nqWjiTgAEymy/36ybMlt23jFKuKoh93Xx7upY84bIrIPOn6hpkJRUvpQ6sW9Fsz/8I+0r9tsuzEg38l4kZwiaybpBuXLYWvkwfPnczMm7KIi0708fe8cOryhFFzRRIkL6zWoHz9FtXXL96VZWXbExFkt2PtgRljFsnDt7kZDbWaVK5av/y+rcds13H3NN7hJ82Wl01irCVn9Av0sb0ksGhO/wm89XX/oNBCf/6y9q+Z68VkdHdr8GiNNz5/TtwjObX0LeyTl1tr9LzD/TWbM3K5wvwJKxf/8veNKzGZ98u7VuPKqammiNOXbVcudPsdDChiyWDS081ZrvPGVcuTuGjq39l/XfbXw9aVYYFF/V7+6D7OhaWE1CRp0Zg4EcaJeb0xvdUbSSaTq16vF+m2jv2Tu6vbzk1MElSJPA6A4pxz/DhzevqhFSvcfX0bP/ec7fL0NNOmiRP2LV7SbOAg8ci4+/iKfCQtKck2cUvJzGhk91whZyLLE+FUwo2su1bykpxLT96FC/eZOOnMjh1LRn60/JNPe0+caL2oRO3aA+bOi7t69fqZM+f3hm2eMmXhsGH+xUNDa9aU7of4FREHDmS5d/GZt03Ole65wq278+/hqDL5VBXuPrd2mut07ly7U6eoiAvXTp0+tn7d3j/+mDVo4JCVq0Q6JuVIvgbb4E/6N+aT+WQGZw2f7fnU++/f8RqunTo1780hngEBLQYPDqlStWyjRuKObJ48yZrHeWT2FhOu3/YE5fD83vM33tM975TltxQt+szXX3cYNUrkcZeOHd08efKWKZPFq6XJv7kGAGRHPy73xH6R3s3c6WOXPz5Mv3hYl5YizRsV232kb2jlAn13Vq1+BfEI7/h738APuxtcsw4ge2DHiXd6fN26S+O3x952YveAzPN1tu/bcvConne8WlNa+sgXfricOTxcmSqhD7Ws6VfY5/Cuk9nzuBycOxH5ycCfRerUe0j7cjVK1mlSxd3Tbd5Py7MkXDnw9rd8LhV147YNnBzS3Y3I0fq/07nPWx3Ebz934uKKuZu3LN9juTtTXikUZNllirkRp9CtvaeV87b88vnvVeqWbd+vVbV65as2KK/TuXzQ97sseVyWtmNCjOXbosUDs1xbYGZO99s/38iBXc4unbtW6+EqOYenShNh3NwPYy6dthy6azCaW759w7+kPj1dZz2lA/042AvjxwFQNefcQJ7duSP2ypVKLVs2H/Sy7fToa6+Vqlcv6sJ5OZGRW1oX9u61/dkrJ09Y5++5wj0VKVPm6qlTyTG3jdhy4cB+8bVY9eo5/GBgqVL+oaF1unQR6duprVsOr1whL98+Y8Yf774jZaY2ZRo1av7y4CfffU+yDIW2XbpPASVKiK8R+/ffdtv27ZMsh3BWyc0KsktHj9qucHaX5VCU0Bo1TCkpy0aPFlmSeAUGligpno4Oo0bXbNcu/tq1iwcPSvcSVNEyDI0IBG0XXj3132GhfiGWQevO79ubJXHeOfvXLVOmiBkR/6WnpbV67fUWg18Rv11OFaPkofcyfyS4kuUkZRG335irp05Ld3HP35j3O3ViwwaRrkZfvOjm6Rlaq1aD7j2em2y55tPbtkkAcHf04+6XzpD+1P9SgytbDuE0pUrzRsZGHDNJBahQsP/jPZpei4yyjvtm6/eJqyTLmGsVsywPKm5pqR/+51SWZ2fx9LXzx1t2FY7tO3sx/Gqrzo1EzNfmmYf9Mjtlly5kfg6U6yd0x5p9IgjrO6xT7zefbty6ljwum3wluXxVlKli2YU4se+s7cJzJy/ebf3zJy+NfXv69r/3i2iyXLUSj3Zq9Mn0N0LLBO1ed0AEPsGZh9aePnTe9kcWTf37+eYtYmmsAAAQAElEQVT/O3XofN5v7T1tXbFHfB0+bkD3wU9Wf6iCCOMsvyL8WpZfEXn2ym136pTlE8pipbIeVxFcwnJ3Du26baSLM0cuzBm39OjeM1lW/viX1/sP7yTZT5YwrslrFwNKpJG+QSXy8jdOHgdAcc7Zjzu4wrJLKp/AIQt5tP59Syxndaj6mOVUD+t++lEeFEzYMXPmVZuBwO65wj3V7tgxOTZ2zXffZZhvHa1wcvOmY2vXlqpf3zp4XA7E09fuw490BsOqr7+WD3WMuXzpwNKl1oaXkJpoGRDaL+i+T9BWu30HnV6/9vtx1n5WTGTkthnT3X19yzd9JDcryERWeH7PHnk+OiLiwF9/iSSxfNOmBqMx4uCB7TNnxl//rw4mHyLqF3zvW2v08anYooW45kOZhx4LiVFR63/+71wQelfXul27Xj56dIPNwuPr1q34/PMb5y1H8chHAaelplgvjbpw4fAqyzsc+Y9CPAtegYE758y+fvbWGwYRPu5ZuOBuN+mevzHvd0oEiOKivX/+aV2Smmh57fmF3PfzC8Cp0I+7Ly6ZDG5Sm+GJRStaNhN2ieT6vd3RL9B76mcLN/6127owPd08/atFu9YfrNGoYuvOjbP8iIirnnj2kdOHL/z63V/WhdvX7Bv/0dyLZy2nKnJzs7T8khNTrZemppiWzdog3UccJzaglitJTfpvvLlL569vXvpP5myurkXceL9CPounrb3wb4PsaNiZ5XPuOvyuX6DP6gVb/5yyxrrXas7ISE5ODSpRSIRfFWqUqliz1Or5W+UjUgWRY66atyUpIaV0peJ5v7X3ZHDN/BXJ/z2qm5ftEbmndPujKiLRxPhkeV5cumXFHhEsWkeXs2rR8SGx8Jcvf79y4VZDXzxfEz6eN3PsYv9CWRtzNRtXLFWxmGQntmGc3i39ocHnrWGc9atMAhwNx6sCUJwT9uNEoiECL5GzlGtyh1NS1njiSZGeiBVExlS8Rs1mAwdtmjhhUo/uFZo1uxEefmLjxsCSJeVTYQr3XOGe6nfvcT5s754F8y8fO1q6QYMb586J+Ma/ePEOo0bl8hqCKlZ8qFev7TNmrP/5pyeGv9Ood5+9ixbNe+vNel27unl6xl+/8c+8uaE1a1Z/8tY5v0ZWryZCn/e277j3NVeq9Pjw4au++mpit26VWrZISUg4vn69SPee+epr+Vjae64gE7nbzJcGVG3Txt3H5/DKlWK1DqM/kc9I23zgoLlvvD6tX9+abduKXbZLR46IB7DRc8/5Z56/InzXrunP96/86KM9vv/hjrfwyXfevXLixMJhw47+vdYnqKh41rKMUfLYm29dPXFi4/ifw3fvKlm3XlJMzJ7584qUL9/6jSHiUpEJijBx2ejRR9f8XaJOnZSE+INLb41+LceC4gHsMGr0/KFv/dKnd7UnnhQrHF2zRmSFNy9cuNuDlvNvzI2c75RI64pVqy6uP/byJfE6SU9NE/mgu6/fIy+8KAHA3dGPyz05PtDr9QaDwc09rfXb8X9/LV09YZQjuYI8cNW/sO8nM4d88Nx3n7866bcflslHL16/HHXh1OXQcsEf/DQo+3Gswgvvdj137OLs7/46sON4tfrl42ISlv+6qVSFYnKLqkyVUPGzm5bujjh9qV7z6nqDbvuqfeI6JcvRlIm5vGENWtSY8fWfP46YvXVVWNX65RPjkqznYYiPzdUJKDw8jW9+1e+zl8cP7fpl83YNEuOTtiwPK1o8MDKzU5adXyHvjv1b/Tlt7ft9vqvewHLqJxFmXb8U9dHkV8S8Xq979ZPeI1/88e2uY5o8Xsfd07hx6e7Ym/HiUvEQ5f3W3lOjx2pvX71vSIfPGrSsIRLAS+evrlu008vHIyEuKSE20Xpe14jTl4d3/6p9v0eTE1Lm/by8eOmgF//XNfu1FS9ddPConj+PmP16h08bta4VVLzQpmX/hB+/OGhkj5CSt40YePNqTM8Gb4v1p278VCpwWcK4hi+fCyxpFn80rq6u4m9Hn4kwDo6LfhwAxTlhP+7K8eMia6vcqrXe1TX7pe5+fpVatBChklxQevS113qM+943KHjPwoVRERFPf/hRmYca2a5/zxVyJh7/LmPGPPP1Nz5Fi4b9/nv0xYvNBr08cP78wJKlcn8lLV4e7BscvGvOHJHjiIymx3fjvAsX3vrLL5snT7525rS4hX0mTZbzr/v1UK/eA2bPKVmv7tG1a8N37a7SqvXA+QsqPfpo7leQ1xEplbhrh1etEhnogDm/VWzeXL6ocqtWbUeMSIqOXv/TTztnzxYvRZF/PT5seC5vXkCJEuLaGvXpE3n48L4/FxcuU+aZb8baruDh5/f8rF+ffO89g5tx5+xfz/2zu3Hfvi/MnCWfMaNIuXJdv/paJLNndmy3JGi7dtXp1LnPxEmSzUG4Iv968dfZZRs3Obh8+fmwsNodOsrn+ribnH9j3u+UeNE+8/XX5R9uKlLXDT/9dHLLlhrt2g2cNy+gZEkJAO6OflwuyfGB+CBEThPc3NzcPQ2PvhVbpIKl1lTwLbkKNUpNXPNx14GPuxldzxy5cPJAuNHdrfeQ9j8v/9DvLqcv8PH3/Pr3d17+uIerm2HJtLUHt5/oMuCxb/541z/z9KBi4YgJL5etEnrmaMSCCSvXLNhaqXaZ75d+UCjY/+ieM7m8VSUrhLz3w0t+hXz2bjkqgr/9248/3q3pJ7MsnzwdC8vtlTRqVfPbRf+r83CVDYt3Htp18rFnmjz72tM5rN9veOf2fVuK3zhz7OK//9hWqmKxL+e+3bjNrZO8V6xVesLqj596tpnIrcQVlqta4os5Q+VL8+XW5uzxbg/3fKNdakqaCM5mj/vrSsTNgR/1eP6dLuKiI3v+G+bio6mvBRbxmzx6/qr5W558tvkPSz8ILOp3xyt8onvTH5d92Kxt/eP7zi6aukas9vnst0QiKalG9jCuUKl0kcSJPxn5qxzJyedXlXAXZ8PSN0xLEdONCLMEBeTl5eeMB5EBKADy6KppaWkpKSkXL14MDg72V+tZ7eQhYNPT01NTUxO2bUt84w2xsNiPP3k89JCEBxJ39erUPr2HrFotKS/y8KFJ3buLAKvlq69KD0Skoic3b+702ecSFJZ64sSFXpbBv5OHDHFt1cojk9FoFHvVfL4NpZhM4f+eZ4bzqyoqKSkpKioqJiZG/F17eXnJf93yu+X7+tOWN8omk0nsQkRnqlChgrgSSUPk+yh2k8S+R1omsQeSnJycGJ+6bqzvtZOWU4ob3KSCP70DoB4piRnzPorNHsa5u7sb/+WaSfw/I0dy7EXc0drJKZtnWbL+XmO8KjTiv5T8FxkZmZg5dI9nJvESFWFxLvds6ccBUBxbR2dzZvv2UvXqSQ7izI4dperVlwAAeUM/LvfkfpwgogS56SPCBU9vNzu25AD1EGHcnBH/hnHuJtswTv5jkcM4a+LPew04KPJRAIrjBOROxWwyHVi2LPeD09lX1IULidHRdTrZ86xhABRkMARPny7PUo5TGuPH5ZI8joccyclLbO+miOTWjZWunXQv+LHkADWQw7irZ2+FcY1ePhdQwmwN4+R+nBzGyc04+e+I9xp3U7eta7n6lv9DgspRxlId/nMHoDjnPL+q0xKf9feZNElyEAElSvQY970EQLvcGzaUUCDox+WevGuU5QRBVkRycFqEcfkuoJguwG5nx3UKeXn5EZECUBz9OCinWLXqIw8dfuDB4wAA+YV+3H2Rd43kQEGv18sRg3wgnnzgatHK/x24ev4QB65C+wjj4Ijysp0ijwOgOPpxAABoHv24+5VzJNdySIw1kps/mkgOGkcYBydEHgdAcfTjAADQPPpxDyCnSM7LaI3k0tOI5KBlOYRx4m+BMA5aRR4HQHH04wAA9pK8a5c8SVAY/bgHQyQHJ3fHMM7aibM9myph3AOIijSH700XU1Isb8cUkZeXIiODAlAcYRwAwD5Mpsv9+smzJbdt4xSriqIf98Cyn97B9g2eiOTWfyddPeYuR3LdRviWrM6bOGiEbRhn8Eh7aNB5OYwz2iCMy4uwZWmbZ1ky/V5jvCo04r+O/Mf4cQBUjU0mAACaRz8uL7K05ET0IDIIWnLQtqT428K4xq9eIIyDUyGPA6A4xo8DAEDz6MflEZEcnIoljHv/tjDOLySdMC7fBYS4lK5tEJOHrwS1oa8IQHGMHwcAgObRj8s764GrLpmyXNrqrdiNP2ZEHvCwRHKjYju/61O2rqsEOKCkuIzfRsRev2AJ41y9TA0HnfMLySCMU0Lddm5ikqBK9OMAKI5+HAAAmkc/Ll/Iu0ziqwgg5DDC2pJz93Br/mpcsZpJYoV0k/THF3FnwtIkwNHIYdy189YwLjygOGEcnBF5HADF0Y8DAEDz6MflFyI5aBhhHDQmLy9O8jgAiiOMAwBA8+jH5SMiOWgSYRy0h/OrAlA1NqIAAGge/bj8RSQHjSGMA7LgfA4AFMf4cQAA+zAYgqdPl2d1/v4SlEQ/Lt/JI35YI7ksl4pIbuOPkuX0DpmRHKd3gJoRxtlL2NLUA6steX3rQcbQquQ/6sLzAUBxjB8HALAX94YNJRQI+nFKIJKDBhDG2VHUpYzwfSYxkxRrlKAAxo8DoGr04wAA0Dz6cQrhwFU4NMI4aFtetlP04wAojn4cAACaRz9OObTk4KAI4+yu1QCjmCSoEv04AIqjHwcAgObRj1MULTk4HMI4IGfkcQAURz8OAGAvybt2yZMEhdGPUxqRHBwIYRycBOPHAVA1wjgAgH2YTJf79ZMnc3S0BCXRjysARHJwCIRxcB6MHwdA1Rxo42q9qUn79pnj4yUA+Sft8mUJgHbRjysYjCUHlSOMA3KJPA6A4hxl/Djb42qjpkyWACjGJZMEQEPoxxUYIjmoFmGc2kRFmmOuWP4jDSqn8/DlcVYXjlcFoDgHGj+OvQGgALhkIwFwfPTjChIHrkKFCONUKGxZ2vQ34sUUcSRdggLy8gKmHwdAcQ7Rj5NDAbdq1dImTDCZTCkpKampqWLGbDZnZJKgPuaYmPSYGDGj8/bWBwZKUDH5T0ze/3YtUUKv14sZdsEBLaEfV8BoyUFVCOPgnBg/DoCqOUo/zrJH6+1trFYtIzlZn5JiSEuTTKb09HTyONXKOH8+IyVFzLgULaovV06Cisl5nE6vd83E7jigPfTjCh6RHFSCME61ytYz6A3uYiYwlIMjVYc8DoDi1N+Pu5UUZNLr9WLvQSy0tHhcXc2ZJKhSSmqqdP26mHELDHT39JSgbtY/MfGXJf7K5Hnr8arslAOOjn6cXRDJwe4I49SsTF29mCSoEnkcAMWpvB9n3ZEVRDog31T5wLr09HQ5jOP9gEqlppqvXBH/uoWGenh4SFAx61Bx4q9M/HFZv3LUKqAZ9OPshUgOdkQYByfH+HEAVM1Rwix5/0D6d3Rk25HjyOPUyZyaasrsxxmTkz3px6mbtQQnR3JymMnODAAAEABJREFUEieHceyUQ0EGQ/D06fKszt9fgpLox9kRkRzsgjAOYPw4AKrmECdzkGesewlyUc5KgiqlpqUl37ghZlxTUsQOnwR1sz2hapYwjl1zKMe9YUMJBYJ+nH0RyaGAEcYBeUQeB0BxjnJ+VXlGru3QjHMIhvR0fXy8ZSYtTR71Dypn25KjGQdoDP04uyOSQ4EhjAPyjjwOgOJUPn6clXUXwVFuMPRmsz41VZ7J/sYDamb75yYB0AT6cWpAJIcCQBjnQNZOTtk8K1nM9BrjVaERe8v5j/HjAKiaQ/TjZOwoOBYXs1lKS5NneO4cDk8ZoDH041SCSA6KIowDbDF+HABVc8S6GTsNDsF6uKMLTxmAu0jetUueYSA5pdGPUw8iOSgkOYEwDsg35HEAFOdA/TgAgKaYTJf79ZNnS27bxilWFUU/TlWI5JDvRBg39yPCOAfTaoBRTBJUSScBgMIYjg0AAM2jH6c21lPoyJGcILISOTRx93ATkVyxmkliBTmSOxOWJgF3J4dxV84QxgG3ycuLnDwOgOII4wAA0Dz6cSpEJId8QRgH3E1etlPkcQAUx8YYAADNox+nTkRyyCPbMM7gThgH5BvyOACKY/w4AAA0j36cahHJ4YFlCeMeevk8YRyQX8jjACiO8eMAANA8+nFqRiSHB3CHMK5EOmGcYzkblr5hWoqYbkSYJSiA8eMAqBr9OAAANI9+nMoRyeG+3DGMs75mCOMcxZk9pg3TksV0kzxOGYwfB0DV6McBAKB59OPUj0gOuXS3MM7d3Z0wDsgvBgkAFEY/DgBgHwZD8PTp8qzO31+CkujHOQT5U1JrJJflUhHJbfxRijzgIUdynd/1KVvXVYKTIYzTkrptXcvVt/ylB5WjjKU65HEAFEc/DgBgL+4NG0ooEPTjHAWRHHJAGKcxAcV0AcUkKIfx4wCoGmEcAACaRz/OgdzzwNXgqskSB646H8I44H4xfhwAVWMjDQCA5tGPcyw5R3ItXo8NqsJYcs6FMA4oYORxABTH+HEAAGge/TiHk0Mk5+Hl1vKNOCI550EYBxQ88jgAimP8OACAvSTv2iVPEhRGP84REclBIowD8iAvfwiczwGA4ujHAQDsw2S63K+fPFty2zZOsaoo+nEOyvb0Dnq9PsulIpJbP066cpTTO2gWYZy2rZ2csnmWZTjIXmO8KjQi/8l/jB8HQNXoxwEAoHn04xyXtSWnz0RLznkQxgF2RB4HQHH04wAA0Dz6cQ6NSM4JEcY5g4AQl9K1DWLy8JWgNvQVASiOfhwAAJpHP87R2R64mv1SDlzVGMI4J1G3nZuYJCgmL38U9OMAKI4wDgAAzaMfpwHyG0s5fKElp2GEcUB+Yfw4AKrGxhsAAM2jH6cNRHKaRxgHqAR5HADFMX4cAACaRz9OM4jkNIwwDlAP8jgAimP8OAAANI9+nJYQyWkSYRyQ7/LyB8L5HAAojn4cAMA+DIbg6dPlWZ2/vwQl0Y/TGPnz1Due20Hi9A4OiDDOOYUtTT2w2pKYtx5kDK1K/pP/8rKd4vkAoDj6cQAAe3Fv2FBCgaAfpz1EcppBGOe0oi5lhO8ziZmkWKMEleF4VQCKox8HAIDm0Y/TJA5c1QDCOECd6McBUBz9OAAANI9+nFbRknNohHFOrtUAo5gkKCYvfyz04wAojjAOAADNox+nYbTkHBRhHKC0vGynyOMAKI6NOgAAmkc/TtuI5BwOYRygcuRxABTH+HEAAPswmcKrVpUnc3S0BCXRj9O8+4rkzh00SbAfwjhA/cjjACiO8eMAANA8+nHOIPeR3MJPY4nk7IUwDigwjB8HQNXoxwEAoHn045xELiM5UyqRnH0QxsFWVKQ5fG+6mJJi+e9UEYwfB0DV6McBAKB59OOcB5GcahHGIYuwZWnT34gXU8SRdAkqQx4HQHH04wAA0Dz6cU6FSE6FCOMAx2KQAEBh9OMAANA8+nHORt7BkzOd7EQkt36cdOWohxzJdX3ft1QN3nsqiDAOd1S2nkFvcBczgaGUsRSRlz8i/k8EoDjCOAAANI9+nBMiklMJwjjcTZm6ejFJUAzjxwFQNTb2AABoHv0458SBq3ZHGAc4KD6gAKA4xo8DANiHwRA8fbo8q/P3l6Ak+nFOi5acHRHGAY6LfhwAxTF+HADAXtwbNpQnCQqjH+fMaMnZBWEcYHd5+YMijwOgOPpxAABoHv04J0ckV8AI4wA1YPw4AKpGPw4AAM2jHwciuQJDGIdcWjs5ZWSzGDGd3MFfnOqQxwFQHP04AAA0j34cJCK5AkEYB2gDeRwAxdGPAwBA8+jHQUYkpyjbME5vTCeMA+wrL39cnNoGgOII4wAA9mEyhdesKc+W3LaNU6wqin4crDjjqkJSkyTbMK7hQMI43EOrAUYxSVAM48cBUDV2AgAA0Dz6cbBFSy7fiTBu3sjbwrhCpU1yGOfm5kYYBzgc8jgAimP8OAAANI9+HLIgkstHchgXedLyKGUP4+R+HGEc4FjI4wAojvHjAADQPPpxyI5ILl8QxgGqlZc/NPI4AIqjHwcAgObRj8MdEcnlEWEcoGaMHwdA1ejHAQCgefTjcDdEcg+MMA55dDYsfcO0FDHdiDBLUBnyOACKox8HAIDm0Y9DDojkHgBhHPLuzB7ThmnJYrpJHqc+5HEAFEc/DgAAzaMfh5wRyd0XSxj38b9hnBthHKBSefmjM0gAoDDCOACAfRgMwdOny7M6f38JSqIfh3uSP6OVk6PsRCS3fpx05aiHHMl1fd+3VA0nfbuapRnX4KVzhUqnE8bhAdRt61quvuXvKKgcZSxF5GU7RR4HQHHsHAAA7MW9YUMJBYJ+HHLjnpHcui+SroYHOnMklz2MK1yGMA4PKKCYLqCYBHUiIgWgOMaPAwBA8+jHIZdyOHDVmJ5cv+TMwkUuSM564Gr2MeMI4wCtIo8DoDjGjwMAQPPoxyH37hbJpW/d6hZ7o2GV34uEXJKcL5JjzDjA4eTlD5A8DoDi6McBAKB59ONwX7JHcoaUFNPatfroaBHJNesX4Wynd7jVjDvx72GqA88RxgHql5ftFHkcAMXRjwMAQPPox+F+ZYnkkhYt0kVFGWJj3VxcfKuUd6ozrjJmHOCEyOMAKI5+HADAPkym8KpV5ckcHS1BSfTj8ACskZxLamrCvHm6xER9fLzfI48Y3d09vNycJJJjzDgoZ+3klJHNYsR0codzDcXoEMjjACiOfhwAAJpHPw4PRn6W4xcsyIiKcklJ0bu6+rVuLZ/dwRkiuexhHIepAg6E8eMAqBphHAAAmkc/Dg9MvKGNX7jQxWx2MZn8unQxuLtbz7iq7UiOMA5KCwhxKV3bICYPXwlKyMt2yiABgMLYaQAAQPPoxyEvii9YELtwYfzixf7dumXo9VkuFZHc+nHSlaMeciTX9X3fUjUc/p0sYRwKQN12bmKSoEr04wAojvHjAADQPPpxyAsXDw+/Pn2KLVig9/GxnnFVwy05wjgA5HEAFMf4cQAAaB79OORdljOuajWSI4wDNIPx4wCoGv04AAA0j34c8oXmIznCOEBL8rKdIo8DoDj6cQAAaB79OOQXDUdyhHEArDifAwDF0Y8DANiHwRA8fbo8q/P3l6Ak+nF4ADe/+MIcG+v7/PNu5cvbLpc/zZXTqOwc9PQOhHEoeGFLUw+sThMzrQcZQ6uS/6gL/TgAiqMfBwCwF/eGDeVJgsLox+F+pd+8GTdvXvyff0a2b5+8a1eWSzXWkiOMg11EXcoI32cSU1KsBCUwfhwAVSOMAwBA8+jH4X7F/fprRkqKmDEUL+5ev372Fe4ZyRWp6BiRHGEcoFV52U7RVwSgOHYmAADQPPpxuC8Zycmxc+bI834vvCDd5dDUnA9cffTNuHXfStdO3DpwtfuHvio8Io8wDnZUt61rufqWP4qgcpSxVIenBIDiGD8OAADNox+H+xI7d6451nIEnS4gwKdLlxzWzKEl5+ntJiI5a0tu/qjYiCPqaskRxsG+AorpStfRi8nDlxeV6pDHAVAc48cBAKB59ONwH0ym2H/PteLbt6/k6prz6rmM5NJUFskRxgGax/hxAFSNfhwAwD5MpvCqVeXJHB0tQUn045B78UuWpF+9KmZcvLz8evXKzY/cM5IrVM4yFJ16IjnCOMAZ5GU7RR4HQHH04wAA0Dz6ccg9U2SkPOPbvbuI5HL5U9kjOcEaybV6K0Y9kRxhHIB7Io8DoDj6cQAAaB79OOSe/6uvhq5d69u3r+Vg1fuRJZKTI61bkZyPq0oiOcI4qEdUpDl8b7qYkmL571R1yOMAKI5+HAAAmkc/DvfFEBIS+M47+iJFpPt0t0hO5FxqiOQI46AqYcvSpr8RL6aII+kSFMD4cQBUjTAOAADNox+HAqPaSI4wDnA2edlOGSQAUBg7GQAAaB79OBQk+fALOc/KTkRya8f63ThtlCO5bh/6hlZV/J0vYRxUqGw9g97gLmYCQyljqQ5PCQDFMX4cAACaRz8O92SOj5fyj6pacoRxUKcydfUt+hvFVIg8Tn14SgAojvHjAADQPPpxuKfYKVPOP/xw9E8/maOipPygkkjONozTGU11XwonjAOcRF7+kDleFYDi6McBAOzDYAiePl2e1fn7S1AS/TjkLCMhIWb2bPFV5HH6IkV8unWT8oPdD1zNEsaF9NrvXlyEb76EcYAzyMt2in4cAMXRjwMA2It7w4byJEFh9OOQs9h580QYJ2Z0AQE+nTpJ+ceOLbnbwjg3U0jP/WlFbsSb0wjjANwTeRwAxdGPAwBA8+jHIScmU8zUqfKsX79+kqurlK/sEsndNmacW3rIswfSit6ITk+5mZ5MGAfgnsjjACiOfhwAAJpHPw45iPvzT3nMOBcvL9+ePSUFFHAklyWMq/H86bTg65lhXMqFpFjCOKhE2NLU6a8niEnpU5o4rbz8UZPHAVAcYRwAAJpHPw53lZER+8sv8qzvs8+KSE5SRoFFclnCuAYDzhcply6HcdfSEs8k3SSMg0pEXcoI32cSU1KsBCUwfhwAVWPnAwAAzaMfh7tJ/PvvtPBwy5yrq2+/fpKSCiCSyx7GFS5n8nb3iDanXjcl3UxPPplwQ9K7EMYByBl5HADFMX4cAMA+TKbwqlXlyRwdLUFJ9ONwNzo/P/fatcWMT6dO+sBASWH3FclFnri/SO6OYZz4FeLKda6GG5l5XEx6yoXEGMI4qEGrAcaRm/zEVKFRPp9ZGHlHHgdAcYwfBwCA5tGPw924N2wYPGdOyNy5fi++KBWI3EdylnAt15FcDmGcm5ubh7u7HMbFpaeeTbhJGAc4A8aPA6Bq9OMAANA8+nHImbFmTUNoqFRQchnJpSbnNpJLS84pjBNfA7195TAuyZx+MvYaYRzgDBg/DoCq0Y8DAEDz6MdBbe4ZyQWUym0kZwnjRucUxomrDfb2l8O41Iz0U7HXJF7AAHJEHgdAcfTjAADQPPpxUKGcI0DU0vYAABAASURBVLnWb+cqkpPDuItHcwrjxLel/AvLYZxJMh+PvsreL4CckccBUBz9OAAANI9+HLLISEhI2rBBsrccIjkvv3tHcrkM48R1VvAPksM4c0bG4ahICVCBs2HpG6aliOlGhFmCAhg/DoCqEcYBAKB59OOQRey8eVcGD45s3z5xzRrJrnKO5FoNjb5bJJf7ME7wdfcs7OFtznzVxqelXE+OlwB7O7PHtGFasphukscpg/HjAKgaH24DAKB59ONwm7S0mKlTxb+pp06lnTsn2VsOkZy3v9sdI7n7CuPkay7nW8T61vxE9BUJAO7OIAGAwhg/DgBgHwZD8PTp8qzO31+CkujHwVbcn3+ao6LEjIuXl++zz0oqII+gIp/21Cojk+QviUhu7Tf+UeeMciTX+T3fzXMT7yuME2tWCAjadPmUfM0nY641CS4nAXZVt61rufqW2CeoHGUs1SGPA6A4xo8DANiLe8OGEgoE/Tj8JyMjZtIkeda3Z08RyUnqcMdI7pbMSG7dt/43z1oiubkfxcqLda65DePElVfwK2q9vpMxVyXA3gKK6QKKSVAO48cBUDX6cQAAaB79OFglrlljunjRMufq6tu3r6Qm2Q9cFYyZvP3dHn0zOrB0qnVlvVv6QwMvFCmfnpswTnyt6B9k/dmTHK8KOAHGjwOgavTjAADQPPpxsIqZMkWe8enUSR8YKKnM3SI5eSy51m/HyJGcCOOaDL4kwjg5hhNf5djubmGcQD8OQO5xvCoAxdGPAwBA8+jHQZa8Y0fKoUOWORcXvxdflFTpjgeuyvurLi4pbYbHrf/eu9rT0QGlzXq9u22HLocwTijjU0jn4mLOfN0epx8HIEf04wAojn4cAACaRz8OMmONGoHvvGMoXtzr8ccNoaGSWuVwxlUvP9fH340vVkXnkUleeM8wTtDrdBX9bh2yKlK5M7HXJQCalpftFP04AIojjAMA2IfJFF6zpjxbcts2TrGqKPpxkFlOqNq3r5jk86uqWfaWnDWkE6Gb2SwitQx9JmsSl0MYJyvvV+RY9GV5/mTM1bK+hSXAftZOTtk8K1nM9BrjVaER+U/+Y/w4AKrGh9sAAGge/ThkoQsIkFQvS0tOxG1umdzd3eVynLUZJ0dyOYdxEqd0AJBr5KMAFMf4cQAAaB79ODgoa0vO5V9iXi7HySuInE5nQ8oxKa7g/98pHU5wSgfYW0CIS+naltjHw1eC2pDHAVAc48cBAKB59OPguOSdVTmJkzLrchmZ5IusId2/J3zI6WVZ0eYUqyfox8He6rZzE5MExeRlO8XxqgAURz8OAADNox+Hm599lnbmjOSYrFmbfOCqfOyqIM/nMoyTbj9e9VTMNQmApjF+HABVox8HAIDm0Y9zcnELFsT++uvFdu2uvfOO5JhcbNgeoGq7/J5XUtjd29vVKM9fTIhOSU+TAOBOyOMAKI5+HAAAmkc/zqmZzTGTJsmzriEhkiPLEr3lPomzqhpYzDp/NIpDVgHcGXkcAMXRjwMAQPPoxzmzxDVrTBcvWuZcXX2ee07ShPuN4axsh5A7ySkdAE3Ly3aK8zkAUBxhHADAPgyG4OnT5Vmdv78EJdGPc2YxU6fKMz5duugDAyXnVoFTOkA1zoaln9tvEjM1HnMtFEofK//lZTtFHgdAcXy4DQCwF/eGDSUUCPpxTit5x46UQ4cscy4ufs8/Lzm920/pQD8O9nRmj2nzrGQxU7yKnjxObcjjACiO8eMAANA8+nFOK3ryZHnG64knDKGhktO7rR9HHgfgLsjjACiO8eMAANA8+nHOyRQZmbx9uzzv9+KLEiSpvF9h6zzHq8K+6rZ1LVffEvsElaMcpwjGjwOgavTjAADQPPpxzslQrFjounWxM2aIYM6tShUJkmTUu5b2KRQed0PMx6elXE6MDfb0lQB7CCimCygmQTmMHwdA1ejHAQCgefTjnJYhODjwnXck2KjgV1TO46TMihx5HIDsqCwCUBz9OACAfZhM4VWrypM5OlqCkujHAVa2p3Q4yRByAO6EfhwAxdGPAwBA8+jHAVYV/f87pQN5HKBhjB8HQNUI4wAA0Dz6cYCV7SlWT0aTx8FuoiLNMVcs/5EGldN5+PIJR/7Ly3aK41UBKI4PtwEA0Dz6cc7FbL7Uo0f0zz+bo6IkZHNbHkc/DvYTtixt+hvxYoo4ki5BZcjjACiO8eMAANA8+nFOJWH16pQDB6J//PHCY49lpKRIuF2od4Cb7taxaKdjr6WbzRIA3I7jVQEojvHjAADQPPpxTiVm/Hh5xrtDBxejUUI2VQOD912PEDPmjAwRydme4QEoMGXrGfQGdzETGEoZSxGMHwdA1ejHAQCgefTjnEfytm2pJ09a5lxc/Pr3l3AnFfyKynmclHnIKnkc7KJMXb2YJCiG8eMAqBr9OAAANI9+nPOInjJFnvF68klDaKiEO6lgE8CdiL4iAcDt6McBUBz9OACAfRgMwdOny7M6f38JSqIf5yRST5xI3rFDnvd76SUJd2F7SodTMdckALgdeRwAxdGPAwDYi3vDhhIKBP04JxH988/yjEfTpm4VK0q4i4o2edwJTrEKaBTjxwFQNcI4AAA0j36ck0i/dEme8XvxRQl3Vyngv+NVT0aTxwHalJftFHkcAMXx4TYAAJpHP85JhMybl7xnT9KGDZRPc+ZlMBb18LmaFCfmryTFmszpBh3D6qOghS1NPbA6Tcy0HmQMrUr+oy48HwAUx/hxAABoHv045+Fer56YJNxLqHeAnMcJ5+JvlvMtIgEFK+pSRvg+k5hJijVKUBnOrwpAcYwfBwCA5tGPA7II9frvNDIXE6IlAJrD+HEAVI1+HADAPkym8Jo15dmS27ZxilVF0Y8Dsgj1DrDOX4iPkoAC12qAUUwSFJOX7RT9OACKox8HAIDm0Y/TtvRr1yTcJ9t+XAR5HIDbkccBUBz9OAAANI9+nLZd7t8/slOn+EWLpLQ0CblT3KYfF8HxqgBuRx4HQHH04wAA0Dz6cRqWsGJF2pkzqcePX3//fRNFuVyjHwdoHuPHAVA1wjgAADSPfpyj0Ov10n3ybddOTNmXp6enS05Mp9Pl/Fb8keIVU1/+WXpQZrOZPwFA5fLyR0oeB0BxfLgNpbi6yv+a4+MlAMgmwzYsMLDfqyz6cQCgNmfD0s/tN4mZGo+5Fgrl+Eh1Yb8EgOIYPw4K0Xl7yzPply5JAJBNRkqKdd76PwYUQj8OANTmzB7T5lnJYqZ4FT15nNqQxwFQHOPHQSE6Ly95xnT5sgQA2aTfuHFr7v4P0MP9oh8HAHA2jB8HQNXox0Eh1raL6dIlXmYAsjMULVr4s8/Szpwxx8RIUBj9OABQm7L1DHqDu5gJpBynDMaPA6Bq9OOgEEPx4rfm0tPN167pixaVAMCGi5eXd8eOEgoE/TgAUJsydfVikqBKRKQAFEdxCQpxrVjROkC7iSHkAMCu6Mc5kNGjR4t9s6effjr7RVu2bBEXvfPOOxLuZfXq1eKxqlmzZlpaWvZL169fLy6tUaOGyWSSACAb8jgAiqMfB4W46HTu1avL80k7dkgAAPuhH+dwli5dOm/ePAkPqk2bNs2bNz948ODXX3+d5aKUlJTBgwfrdLrJkycbOLkzoF152U6RxwFQHGEclOP+8MPyTNz8+RlmswQAsBP6cY5oyJAh0dHREh7UxIkT3dzcPvnkkwsXLtguFwndsWPH3njjjUaNGkkAtCsv2ynyOACK48NtKMerXTt5Jv3SpaQNGyQA+FfM1KkJy5ZJKCj04xxO/fr1L1++/MEHH0h4UJUqVRo+fHhiYuKrr75qXSiyuc8++6xs2bKjRo2SAOAuyOMAKI7x46Ac11Kl3MqXl+djf/tNAoBMpoiIqG++uTZs2IXmzVNPnpSgPPpxDkTeMRNJnMiMfvrpp+3bt+ewcmxs7MsvvyyCJy8vr6pVqw4dOpQB0WyJh7FChQpLlixZtGiRvGTIkCEioRMPrPe/J4JfunRpo0aNChcuHBQU1Lx58z179thew969e3v06FGmTBk/P79atWqJRzgpKUkC8sPaySkjm8WI6eQO/mxVhzwOgOIYPw6K8unZU55J3rrVFBkpAYAkRf/00605nc61bFkJyqMf53A8PDzGjx8vZgYOHHi3iC0uLu6hhx6aMGGCyONef/31QoUKjR07tm3btmbGiPiX0Wj8/vvvxcywYcOSk5PXrVv3xx9/9OnT54knnpBX+OWXX55++ukLFy5069atU6dOp06datas2caNG+VLxbctW7ZcvHixyDr79u0rHnDxCL/00ksSAEfA+HEAVI1+HBTl3bWrPiREnr/+wQeMIgcg7ezZ+CVL5PmAN95w0eslKI9+nAORH1jxtU2bNiIkuuMZCWRvv/32sWPHfv311yVLlnz++eebN28WS1avXi0yJgn/EtHbs88+e/r06S+//PLVV18tXLjwt99+K1909erVoUOHNmjQQDyMP//8s0g2//nnnxIlSohwMz09XawwderUmJgY8ZAuW7ZM5HrHjx9v3LjxvHnz4uPjJSDPAkJcStc2iMnDV4ISGD8OgKrRj4OiXAwG/0GD5PnkHTuivvpKAuDEMlJTr775ppS53TEUL+7Vvr2EAkE/zkGNGzfO399/9OjRZ8+ezXJRcnLylClTWrRo0atXL+vCUaNGBQUFfffddxJsjB07VjyMI0eOPHr0qAg3CxUqJC+fNm1adHT0//73Px8fH3lJSEjIkCFDDhw4sGbNGuuPh4eHyzOurq6//fab+NZ6rCuQF3XbufX73ktMoVU5z6/qkMcBUBz9OCjNu0sXtxo15PnYGTPily6VADira8OGpZ04YZnT6Yp8/bWLjt3dAkI/zkEFBweLMC4xMXHgwIFZLjp27JjZbG7cuLHtQg8PjwYNGhw+fDghIUHCv8TD+OGHH4qZVq1a9e3b17r8+PHj4uumTZtG29i5c6f1ou7du7u7uz/33HPiB7/44gvxmJcqVapYsWISAK0jIgWgOPpxUJp4v130u+8iO3Uyx8aKb6+//75r2bLGqlUlAE4mds6cxH8rJ4HvvGOsVUtCQaEfp34ZSUlJW7b4/DuumdUrr7wyZ86cNWvWiK8lS5a0Lo+IiBBfg4KCsqwvL7l8+XLp0qUl/Ktq5o5H9erVbRdGZo5saz181da5c+fE19q1a69bt27IkCHrMr333nsVKlQQmZ3I6SQAqsf4cQBUjTAOBcAQElJ0/HjJ1dXyTVra5X79ElaulAA4Gc/HHjMUL26Zad3at08fCQWIfpw6ZaSkJO/dGzt79pVXXjlXr97VIUOyryPeT06aNMnV1XXo0KGxmZ9sye8wg4ODxdcrV65kWV9eUrhwYQn3Ij+GIrvMyGbs2LHyOo0bN965c6dI7tauXfvxxx9fuHChR48ecocOgMoxfhwAVePDbRQM9zp1io4bJ2Uem5YRH3/trbeuv/9+RlKSBMBpGIoUCZ7xDs7XAAAQAElEQVQ5071x4yJffimhYNGPU5vr//tfZMeO5+rUudyr181PP01avz6HlatXr/7mm2+K2GjkyJHSv+8wy5cvL75u3brVds3k5OQ9e/ZUqlTJz89Pwr2UzTy/8+bNm20X7t+/33rU6rffftsn88ODkJCQRx999MMPP5TP1vr3339LADSNPA6A4hg/DgXGs0WLwjZvwuMXLbrYsWPK4cMSAKdhCAkJnjrVxcNDQsGiH2cv5qiopA0bkvfuzbI8eefOVHksRRs637ueZFEkcSI82r17t3WJv79/jx49Nm3aNHv2bOvCESNGXLp06ZlnnpGQCz179vTw8Hj33Xflo1OFxMTEIUOGiNytaNGi4tvz58//+uuv69ats/5IXFyc+FqiRAkJyLOzYekbpqWI6UaEWYLKMH4cAMUxfhwKknfbtnpPz2vvvGOOjxffmi5cEG8a/IcM8X/pJQmAtpgiIuLmzJEMhoC33pJgb/TjCkxGcnLKgQMphw6Jr6kHDpguXxYLvTt3dq9Tx3Y1txo1TJcuiRl9YKBbtWrGmjXdmzTJso4tERuNHz/+8ccft1347bffHjt2rHfv3vPmzatWrdrWrVs3b97cqlWr999/X0IulC9f/scff3zllVcaNmz49NNPlypVasGCBQcPHhw3blyZMmXECiKb++WXX7p06fLSSy95e3tfuXJFPAuNGjUSSagE5NmZPabNs5LFTPEq+kKh9LHyX162U+RxABRHPw4FzKNly2J//nn11VdTjx2Tl0R/913CH3+IVM4r2yDWAByROSYmesKEWBHGpaWJbz2ffNJYpYoEu6IfVzBufPRR3IIF2ZenHjmSZYlv794+HTq4VqliyBzCLDfatGkjYqC5c+dalwQHB+/atev7779fvny5yIlq1649ceLEF154Qa/XS8id559/vnHjxj/99NOmTZv++OOP+vXri5RTZJrypSKhW7Ro0auvvjpmzBgRiYokbvTo0a+99pqbm5vZTKEJULu8bKcorQBQhDlTWlpaSkpKZGRkUFCQv7+/BBQkkynm119jxo83Zx73IXOrVi3wvffc69aVADismClToidOzEhIsC7x7dUrkLaOXSUlJUVnEoGCl5eX+Go0Gg0Gg0ht7uszOXmce5PJJHYhxLXFxMSUL1/eOaMfSwnu4MH069e9nnzSdvnNL7+MnTEj+/qG0NDQ1aulXMjHxzM9PV1yYjqdTtGPnMW+NO/WkUdRkeaYK5ZXUVA5nYcvDYn8J97qJiYmihnPTO7u7iJMl7d99/z/gX4cAMXRj4N9GAx+/fr5dOgQ/dNPlhJNptTDhy/37u3ZqlXAkCGu5cpJABxK/OLFUd99l25ztkd9UFDgO+9QfVUD+nF5ZTannjghMrhU+UDUkyfFEheRbt6ex7n9WwXV+fm5Va/uXquWsUYNY61aOj74BJBNQDFdQDEJ6kQeB0BxjB8HO9IFBAR+8IHPc89ZDllduVJemLh2beL69d6dOgW89po+czRlAOqXkZ4e/eOP1jBO5+vrN3CgX+/ekqurBBVg/Li8SFi+/Pr//peRmppleUZCgunCBYPN0P7uDRsW/uILt6pV3TJPfgoAsKO8bKcYzw+A4gjjYHeuJUsWGTs2ZP58Y/36txaZzfG//x7x+OMip7M96g2Aarno9QFDh1rmXF39+vULXbXKr39/wjj1oB+XSylHjmQfAE58OJQ9jBMfKXm0bJmROUiilSE42Lt9e8I4AFCDvGyn6McBUBwHq0IljNWrh8ycmbR5c9S338qneshISYmeNCl2/nz/QYN8n32WN/aAqpijokQeYbvE64knUg8d8unRwxAaKkFl6MfdjSkyMvXgwRQxHTiQcvhwRlKSWOhWsaKxVi3rOmILZbm3np7GzBOhWqYaNfRBQRIAQKPI4wAojvHjoCoejzzi0bRp/JIl0T/8IN4jiSXm6OibX3wR++uvAW+84fXUUxIvV8DeRFYeM2NG7NSpgcOHe3fpYntRwNtvS1Al+nHZpV+5crFzZ5EsZ78o5dAh2zzOxd29+F9/uZYtKwFA/uF8DmrG8aoAFMf4cVAdFxfvDh1CV6wIGD7cOgC2KSLi2rBhkV26JO/eLQGwl/T0uIUL5WPJzXFxN8eONXNEuYNw5n5c2pkz8X/+efPTT5O2bLFdrg8KEuFylpVdPD3dGzQwFC6cZTlhHIB8F7Ysbfob8WKKOOLUZ0NWTl62U/TjACiOfhxUKnMIKp+uXWOnTImZMUN+y5R67Njlvn09mjYNePttt4oVJQAFKPHvv6O++05EG9YlbqVLW45a9fKSoHpO1Y9Lv3kzZd++1IMHk/fvTz18WGTHty7Q6cQWxHZNY40ayf/8Yzk6tUYNY82abjVqWIZ+Y78IADSB8eMAqBr9OKiZztvbf8gQn969o7//Pu6PPySzWSxM2rIlaetW7/btA958kxOwAgUgLTz8xv/+l7xvn3WJPigocNgwyyHkcBBO1Y+78sILqcePZ18uErosSwqPHq224Q7T06nJ5A9z5j5DbtSe90mK2SRm3Fz0+3uMkICCEhDiUrq2Jfbx8JWgNuRxABRHPw7qpy9cuNCoUb79+0eNHZu4dq1lUUZG/OLFCStW+Pbp4zdwoIjtJACKEX9iKUeOyPMu7u5+L7zg9+KLLkajBMehvX6cpQS3d2/q4cOS0eg/cKDtRcaaNW3zOBc3N8t5GGrVMtarl+VKOPcIhGvJ8TdTOPQedlC3nZuYJKgSeRwAxdGPg6NwLVOm6A8/pBw4cOPTT+WOQ0ZqaszUqXELF/q99JJf796cgBVQiMjE/Z5/PnrCBK927QLffpteqiPSQD8uIznZchbU/ftTMo9CNV2+LC93LV06Sx5nOex0/363qlXdqle3HIhao4YE3J2HwVX6dyDBBFOKl4EPGwCNYPw4AKpGGAfHYqxZs9i8eYnr1kV9+23a6dNiiTkmJuqrr+Jmz/Z//XXvp59m3B8gj9LOno3/88+AN9+0Xej3wgvujzziXqeOBMekgX5czIQJ0ZMmZV+eFh5ujo+3LUr7dO0qJgnIHUse968kUxp5HKAZjB8HQNU4WBWOyPPRRz1btIj744/oH39Mv3pVLDFFRl5/993Y6dMDhw51f/hhCcD9S79+PfqHH+J+/10ym93r1fNo1sx6kYuXF2GcQ3OUfpylBHfgQMqhQ6mHDxf55hvbi9yy1dxcy5Uz1qjhVr26BOSBh+G/AwZFHicBAHkcgALA+HFwVDqdT9eu3k8/HTtzZsyUKfLp8ywnYB0wwFi/fqERI9wqVJAA5I45Pt5yLuOZM0UaIi+5+c03xW3yODg6NffjUo4cEelb6tGjlpOiHjtmXe7/+uuupUpZvzXWqqULCDDWri1m3GvVEkmci6enBOSZu962H5cqAQB5HIACwPhxcGguRqPfgAE+3brFTJwYM3u2lGb5WDvln38iO3Twatcu4M03DSEhEoAcpKWJv52YSZPM0dHWZa5lywa89poEDVFtPy55z57Lffrc8aKU/ftt8zh94cIlt26VgPzmYZPHJdKPQwEKW5p6YLXlJdd6kDG0KvlP/mP8OACqRj8OGqDz8wsYPtynT5/o77+PX7JEyoyYE5YuTVi1yq9XL8sJWP38JAB3cvPrr2NnzbJ+qw8M9H/jDZ9nnpGgLfbtxyXv3Zt66FByWFjqkSOFRozwaNrUepEx29Gm+qJFLUeh1qhhrFlTApTn6frf8aop6eRxKDhRlzLC95nETFIsoxYqgvHjAKga/ThohiEkpPDnn/v27x81dmzSpk2WRWlpMdOnx/3+u9+AAb59+rgY2dcBsvJ9/vnY336TTCYXLy+/F1/069vXxd1dguYUfD8u/s8/Uw8ftgwGl3lGbCuxxDaPE/8zu9erJ+l0lgNRa9YUX/WFCklAATK46KzzJrNZAgDyOAAFgH4cNMatYsWgCROSw8Jufv65eCsolpjj4kRCFzdnjv9rr3l36CDe9UkA/mUICvLt1UtsDPwHDtQFBEjQqILvx0WNG5d+5Ur25SKPy7Ik2KahCQDOo9UAo5gkqBJ5HADF0Y+DJrnXrVtswYLEVauivvsu7dw5scR0+fL199+PnTEj4K23PBilHk7JHBUVPX68i6trwLBhtssD33lHgtYp8dmbLiIi4cgR09GjImIz1q2b5YVkrFUrcfXqW2sGBBhr1LBMtWqJSQIAQHmMHwdA1QjjoGGejz/u2apV3IIFIoNIv35dLEk9ceLKoEGWE7C+955blSoS4BwykpNjpk2L+eWXjIQEyWDw6dPHEBwswZnk1+Y+ec+ehI0bk/fvTz140C0p6ab1gmzvebxat3YtVsytZk1jtWqGEiUkAAAKFuPHAVA1DlaFxono4dlnvTt0iJk+XeQRljBCPgFrly5eTz5pOQFraKgEaFrcvHnRP/0kR9IWJlPczJkBw4dLcCb5tbmPX7Ikbv787MtTjhyxnOHa9b/zVHq1aycmCQAAB0QeB0BxjB8HZ+Di6ek/eLDvs89G//xz7Lx5Io8QCxNWrEj4+2/f7t39X36ZYbOgSYmrV1sO2Q4Pty4RL3X/gQPF34IEJ5P7jkD6zZvJYWEphw4l79uXHhVVYvFi20vda9f+L49zdTVWqyaWGGvXtjSObcI4AAAcGnkcAMUxfhych0giAt9/37dvX5FQJCxfblmUlhb7669xixZxWkloT4bZHPXTT9YwTry8xYtcvNRdvLwkOJ+cP3szRUTEr1ghAjgRw5kuX7a9yBwVZfuJhbFOHa8OHfRVqiSXLBkXElKifHm9Xi8BAO5fVKQ55orljVhQOZ2HLw2J/JeX3glvkgEowpwpLS0tJSXl4sWLISEhfn5+EuBMUo8evfH55yn//GNdoi9a1P/VV306d+YErNCMpE2brgwaJF7SPl26+L/2mr5wYQlOKSkpKSoqKiYmxsPDw8vLy3jzpkfZsgaDQURp8nuVxPXrL4mXyp2ETJrk2by5PJ+RyWQyiV2I6EwVKlQgj4MDmXl8x8CNs+/rR0K9A8Ke+Z+PK5/YIf+tnZyyeVaymOk1xqtCI/pY+S8yMjIxMVHMeGZyd3d3c3OTt333jOp4PgAojn4cnJNblSohM2cmb9t285tvRDYnlqRfvXrjww9jZ8wIfOstj5YtJcDRmGNidLd/uOLRrJn/Sy95dejgWqaMBCdmjovL2L3bdd8+6cyZhBMnEmJiivz6q6FOHesK7rVr/7e2i4tbuXLGmjXda9USX42VKt3tahnvAg7nuUqNJh7ZHHbtfO5/5JsmXQnjACdEHgdAcYwfB2fm3qRJscaNE5Yti/r+e1NEhFiSdvr0lVdeMdapE/jee8bq1XN/VRkpKS5GowTYRVpazK+/xkyaFDh8uHenTraX+A8ZIsFZmePjr48YkXrkiOnCBen2txaphw552uRxuoAAn86dXUuXFhmce82aLp6eubl+Ps+DI/q+abdmf35jzt2rt3Vo5fal8DLaeQAAEABJREFUa0qAMsrWM+gNlrQ3MJSDM1SH0goARdgerxoZGRkUFOTv7y8BziwtLfa336InTjRHRVmXebZpE/DWW64lS+bmCq6++mrRH3+UgAJmNscvWRL9ww+mS5ekzMOuQ9escWFYfadkKcGlpuoLFbJdeK5BA/m80ln4DBoU+Npr1uNVcynL8aoxMTHlGT8ODujtbb//dGjDPVdz0xl2dX23kn+QBMAxXbp0KSFzI8jxqgDUiNwfsHB19X3uOZ8uXWKmTo2ZPj0j2TKWR+Lq1Ynr1vl26+Y3eLA+MDCHn742dKhYM3HtWs9WrSSgoCRt2HDz66/TzpyxLjEnJKQeO2asUUOCM0hLSz58OPXgwZQDB8TXtPPn/QcP9n/1VdtVjNWrJ+/cKWZcihdPK1vWULWqR+3aXjVrGr29pTxjFwIO6qMGbReH74+Ij8p5tWF1HiOMAxxaXrZT9OMAKIJ+HJCD9OvXo3/8Me7336X0dHmJi6enX//+fi+8cLcTsIZXrSq+GkJCiq9Y4eLmJgEKM0VEXH/vveQ9e2wX+vbuLeIYHf+fO4HoCROS1q9POXgwy3L3hx8OnjzZdkny9u0Z6enmihVj09Ojo6Pl8zmIr0aj0fZ8DrlEPw6aMf/0nr5rp+ewQkX/oF1d3jXqqcgADiwv53PgEGIAimP8OCALfeHChUaOLL5kiedjj8lLMhITo3/6KaJNm7h586whndXlAQPkGdOlSzHTp0uA8ly8vVOOHPn3GxfvDh1C164N/N//COM0SR79zVbayZPZwziLzG6vLffGjT2aNtX5+CjxMT/VATiubuXqNQupkMMKXzXuTBgHODPyOACK4/yqwB25lilTdNy4kPnzjf8OeZ5+/fqNjz++2L594t9/266ZvHWrdT5m8uT0mzclQGF6f3+/zCDY45FHii1aVPjzzw0hIRK0ISMj7cyZ+MWLb4wefalbt/CaNa+99VaWVdz+PSRZFxBgOYvuK68ETZpUcufO4Fmz7natSnz2xud5cGjfP9LdTXfnxK1dqRptSlSVADi4vGynyOMBKI5+HJADY/XqIbNnJ23cGDV2bOrJk2JJ2tmzV19/XbwZLvT++8aaNS/37m27fkZCQtRXX4lwRALyT9r58/ELFgQMHWq70K9fP/e6dd0bNpSgFeK/mpgZM1IOHMjIPLjGKuXw4SxncPZs2dK1WDG3KlUMJUrk8srpxwFZVPIPeq1my2/2rcmy3NvVOPbhZyRAeWsnp2yeZek19xrjVaER+U/+y8t2in4cAMXRjwPuyaN5c0sF6dNPDcHB8pLUgwcv9ehx9bXXksPCsqwcv3hxyv79EpAf0m/evDF69MW2bWOmTs1SzHRxdyeMc1wpBw/GzpmTZWF6dHTyjh1ZwjhB5+trunjRdolrqVKebdrkPoyT6McBd/JOnTah3gFZFn5Yv22JbAsBOBvyUQCKox8H5IpO592pk9dTT8XOmhUzebI5Lk4ss+Qjd/rzufn55yFz50pAHohQJmbaNDFZ05mb33zj8eijLjo+r3VIpoiIlAMHRAyXKr4eOZKRkiIWejRp4lq6tHUd64lxXYxGY7Vqxpo13WrUEAsNoaFSntGPA7LzcXX/pknX7qv/OwtKRf+gwdWbS0CBCAhxKV3bEvt4+EpQG/I4AIqjHwfknniT7Pfiiz49esRMnCiCuYzU1DuuJt51JyxfLsI7CXgAJlPs/PkxP/9sOxaha8mS/m+8QRjniNLOnLnUs6c5Njb7RamHDtnmca5lywZ+8IExM4OT8hv9OOCO2peu2a5UjaXnbp0g5fum3fUu/E+LAlK3nZuYJCgmL9sp/iMAoDjCOOB+6by9A4YO1RcqlMM6Ud98k5GQIAH3L+qHH25+8ok1jNMFBIiMpvjKlV5PPCFB3dLOn09YuVJ8tV1oKFYsexgn/htxb9RI55u1EeHbs6cSYZxEPw64u7EPPyOf2KF3xYeaF6sgAdCKvGyn6McBUBwfbgMPxnTpUs6XRk+cGJDtrIjAPfn26RMzbZpkMrl4evr17y8mMSNBlcxxcSn79skHoorJHBUlFga+845r377WdVzc3d0qV049fdpYubLI2uRDUF3LlJEKdvtLPw64mxLeAcPqPDbh8KbPG3WUACATeRwAxTF+HPAAzjVocM91YmbM8OnRw1CsmATcD33hwn79+mUkJvoNHqwPDJSgVpe6dUs5dCj7chHMZVlS5LvvXEuWlOyKfhyQg2G129QpXKKwu7cEAJnI4wAojvHjgPsVNXZsro5FTUuL+uabIt98IwF3YY6JiZk4MSM1NfCDD2yX06xUFbkE5+Lq6t6oke1yF987jL9t6b5VrJhlod3DOIl+HJAjo97QtpQih4oDsKO8bKfI4wAojn4cVMKBcuGYWbMycvdXE79ypXfnzu5NmkjA7TJSUmJmzoydOtUcH285e2/fvq75cQ5NtXHU7UtaWvLhw6kHD6YcOCC+yuPBiTAu+PY8zr1GjeRt21xLlbIcglqzpuU8DFWrSq6ukirRj3swfGYJaJjdN1Jnw9LP7TeJmRqPuRYK5fwB+Y/x4wCoGv042J31FegQL8Ubo0dnmM2S4e7baPFH5empc3fXeXqKmYSNG42NG0uAjbhFi2LGj0+/ds3yTeZrKWbGjEL/+5+kXQ4UzEX/8EP0+PHZl2c/CtWnVy/f55/X+fhIjoB+3AOQt0q2X22XA3As1v+y5BnrmyA7/ld2Zo9p86xkMVO8ip48Tm3I4wAojn4c7Mv6PsdKUvdbHZcSJXzfftvFw8MSt2WGbpLRaJnx8LAsFF/d3bP8iMlkkoBMSZs3R0+caDp3zvJN5ktF5+vr06ePb5cuWnqdWN/qWKltW5ORmCifhCHt/PnCo0fbXqTz88u+vmvJkm41amQkJLh4eVkX6gsXlhwH/bj7Yt0YnY+PSkpLsd1CsdcEOC55YxTi5e/r5q7aLRRUgjwOgOLox8GOrG94oidNSli4UPp3P4n3PNCq9Bs3RECr//dbEe7ozOakmTPFJGmC7R9voRkzDEWK6HQ68a34eo83PCbTjVGjCo0aJSkkPT3l2LHUzLOgiiQu7cwZ6d9tX+A77+i8/xvEXeRu4qsuIMAoH4Uqptq1bVdwUPTj7pccwHVeOeFo9GUJgIb80PiZ3hUa6vV6efNkx0iublvXcvUtsU9QOcpximD8OACqRhgH+xKvQLMQE5MeGSkBTiYjNjY9NlbSqPTUVEv4qNfL73ZyeMOTkZp67a23EtetUy6PS9q06corr9zxopSwMI9mzazfutepE7pqlaFECUlb6MflnvWzIrF1kgBoTnp6elpamvgblyM5yX6fLgQU0wUUk6Acxo8DoGpUkGBftgcBCd6PtZEAOLK0iIiUo0fETEpKimvmGx6DwWDtIGRfX4RxVwYNSt6xQ8oPKYcOyedh8Bs0yLVUKetyY+3aWdY0hIRYzsNQo4ZruXJZL9JcGCfRj7tP8oZJ5HHWzZOnwWjQUWABHFiiKcWUGbKbMskLxf9jIpWTgGzI4wAojhETYC/WJM6cybJIpwv67DMJgCOLXbjgWmYel5qaKqWlSZa/bIs7rpyRmHjl1VetYdyNkSMLjRwp3Y+08+dTjxxJPXAgZf/+5L17rcvdGzWyzeN0AQFuFSroChVyr1XLmDmJJZIzoR93v7LkcTOf6P9w8fISAIfVZ+XUv88dlSzn0E6zbKEyN0/iz/xuHxfByZHHAVAc48fBvrK84QGgGeINj0taml6vl//Gs3/8Y46NvTJwoMjRrEtSDhyQ7kta2sV27aQ7nQpDXJV3hw62S4otXiw5Mfpx98X6cZEEQHNMJlPa7ZsnRi7WKsaPA6Bq9ONgX+RxgFaJNzz6dIs7/o2n37hx5cUXU48ft12Y5VsrSwnu4MHUw4fdqlXzatv2vwtcXY2VK6ccOmRdoPP2dqte3b1WLfemTSXYoB93v9g8AVolNkxiC3W3zRO0hPHjAKga/TjYkXXMbF6EgPak24RxWf7MRRh3uXfvtHPnsv7Mv+uY4+JS9u1LOXDAMu3bJ76Vl3s9+eRteZwkGevUEVsyY61aIqpzq1rVrUIFCXdCP+6+WDdPEgDNsR0vxb57oWsnp2yelSxmeo3xqtCI/EddeD4AKI5+HOyL9zyAVtmGcbbLTZGRV1544Q5hnI1rQ4cmbdmSfbntwa2ywPfek5AL9OPuF58VAVplTeIk4O44gw8AxdGPg93xCgS0yvrXbZ1JCw+/3KdPDmGcSOLEV2OtWlmWG6tX9+3d2/+11yQ8EPpxAGClkp3PgBCX0rUNYvLwlaAExo8DoGpEIQAAhWT5yCdp69brb7xhTkrK4UfkBpyxRg3XsmUtx59WrWqsXdu9dm0JeUM/DgDUpm47NzFJUAzjxwFQNT7cBgAUgNQTJ669/XZGjmGclHk0q/jq0axZ8WbNJOQf+nEAAOQex6sCUBzjxwEAlJZy5MiVl182JyRIsBP6cQAA5B55HADFMX4cAEBprqGhAW+84d64scQnQHZCPw4A4Gzysp0ijwOgOPpxAACl6Xx9vdu3D544seTWrYU+/NC9QYMcgrnLAwZIyG/04wAAzobx4wCoGv04AECB0fn7+/ToIab0GzcSVqxIXLkyOSwsyzqpR45IyG/04wBAbcKWph5YnSZmWg8yhlYl/1EXng8AiqMfBwAoePpChXx79xZT+tWr8cuWiWAu5eBB+SJzVJSE/EY/DgDUJupSRvg+k5hJijVKUBnyOACKox8HALAjfdGifv37i8kUGZmwapVtMId8RD8OAOBs8rKdIo8DoDjCOACAGhiKFbMGcyKSM9aoISH/0I8DALVpNcAoJgmKYfw4AKrGh9sAAFURwZyYJOQr+nEAAOQeeRwAxTF+HAAAmkc/DgCA3COPA6A4xo8DAEDz6McBAJwN48cBUDX6cQAAaB79OACAs2H8OACqRj8OAADNox8HAGoTFWmOuWJ5IxZUTufhy/+o6kIeB0Bx9OMAANA8+nEAoDZhy9I2z0oWM73GeFVoRP6jLjoJABRGPw7O48TGjSOrV8thmvBM1zv+4PYZM8Slp7ZukfLDpokTxLWdDwvLzcoR+/eLlTdOGC89qPDdu8U1bJ48SdKWrVOnWh7GPXuk/GNKSVkzduzPnTp++XCTHbNmzRwwYHSd2pIKfN640S99n8vNpba3+b5eadA8+nEOIfzypU9mTu4yYliFnh3rvPBsr9H/Gzt/dkpaqnWFfSePF+vU5otff7nbNcgriCuRVMlsNk9d9mdMQpykYqWfadvto3ekgqLyp0wJZy9F/rllvQQoj/HjAKgaYRych4efX9lGja3fXj19Kv7atdBatdw8POUl/sWLSXBi6374ftv06eJ1Ely5sl9wsARoCP049Tt18cLjbw1OSk3R6/QVS5RMSU1dH/aPmJZv3zzno8+K+gdKju+9ST/OWrW0Q9MWEpzVxetXm736Qu82T3Vs2lJyek0+n7AAABAASURBVGXrGfQGdzETGEoZSxGMHwdA1fhwG86jRO3az02ZYv124bBhh1Ysb/fBiOAqVXL+wcZ9+4pJgtZFHj6sMxjeWLHS3ddXfLt7/nzJEby3fYcE3Av9OPUbNX2iCOOef6rDO736+Xh6iSWXb94YMeWnZdu3vD/px8nDP8zNldSuUCly0WpJreISEyXcTuVPWb5LTk1NN6dLyFSmrl5MElSJiBSA4hg/DgBkptRUT39/OYwDNIZ+nMqlmUxr9+yuEFrykwGvyGGcEBxY6Oe3/lc0IHDFzm2ppjTJmWzeH9blg7d3Hz0sOSwN3AXAmdGPA6A4xo8DbEXs3z+lV8+On3x6dN3aszt3+hYt2uvn8cfWrVv11ZjeEyeWf7hp5OFDk7p37zb225T4+IMrVlw6crhk3br1uj5TsXnz4+vW7Z43L+LggaLlyz8+fHjx6jVy+UsvHz0atuiPiwcOXD11yi8kpFDp0q2HvFmkXDnbdTZPmrj3zz/FLy3buHHDZ3uWqH3buGYnNmzYOHHCzfPndXp94TJlHh82vFj16nf8XQk3bmycMOHsrp3RFy/6BgWFVK322Jtv+hV7wAN157wyOPbq1UdeeOHvcd8nx8bUe6Zb6yFD7nl7MszmbdOmHVi+LOrCBc/AwJAqVdp9MMKrUCH50q1Tp675dmz/GTNXjRlz41x4cOXK/afPEMvP/fPPthnTz+0JC65cqV7XO4z0d/3s2eWffXbt9KmUhITAkiUb9epdu2NH+aI7Pq0BJUpYf1Y8xXNff02eH1m9mnhk3lq7LvuvOLl50+YpU66ePKl3dS1cunSbt98uXqOmWL5m7Nitv0x9cfac0Fq15DXl9uUzX39T7Ykn5CXiJbR9xgxxteLKpbz56+OP9yyYX797j3YjRkiZ48cFVaz4/IyZEnB39ONULsMSb2YY3VyzLHc1GEa98HJ6uinL3tqs1csmLfkj8trVGuUqPNag0cD2XQx6S8tm38njTw1/bXCnZz54boD4tnyP9u2bNi9fvOScv1dcvHa1YslSz7Z6vO8TT9/tuft50YJPZk7+45Nvxi2cffD0abGkeZ36b3brWb74f/9hxiUmjPxl4paDe6/cvFmscOFW9R76qP9A+bcLpvT0n/9csHTbxhPnz/v7+JQtVvztHs81qW75v7FWv27XYqLFTM1+3aqWLvv3txOku7seE7X98IGbcbFSLpy7cunH3+du2h92My6uZrkK7/bs16BKNeulq3fvGLdwzvHz59wMhrLFQke9MKhuxf968fFJiT8vmr9s+5absbFtGjQa3qtf9uv/+rcZi7duirh6RdyjWuUrfj34zcJ+/ve8Vbm8C1mesuc+/eD8lasz3v/4x9/nrd+728vdo0Xt+m/16CUu+vzXaWv/2WUyp3ds2uL95160PubJqanTVizecmDvnuPHdC4upYJDHm/YZMgzPbPfx2vRUa3rPzS0R5+3fvjmanTU5h+nWlcY9vO4PccPX4m6WaxQEfGK+qj/S3rdXXtbB06f/P733/YcPxobH1+8SNHmtev977kXPNyM93zEZqz8672JP8gzYpo8/MO2jZtKgGLysp2iHwdAcfTjgOy2z5p5Zts2EasZ3N1tUxurdT/+sGXqlApNmz725lsi6/nt1Vf+/vbbdT/9WO3xxx95cYAIhuYMHiyys9z8rn/mz5vwTNeDy5b5Fw+t07lzuin9+Pr1f3080nad/UuWrP/5ZxHw1Wjb9uyuXb/06b1/8WLrpXv/+GPOq6/EXrlS7YknK7dqffPChWn9+obv3p39d6Wnpv768qBdv80xenvX69bN3cdHZEYzXnjelJIiPajk2Ni/Ro1ydTd6BQYWzcwQ73l7Fg4fLhI3g5tbgx49gitVOrpmzeSez8ZcumR7tcs/+zTmUqTIvIqUKy++Pbhs6fT+/SIPH671dDuRpi0eMUIkmLbrXzpyZEqvXufD9pSsU7f+M89kpKf/+cH726ZPt10nh6dV/KKWr74qckk3Ly8x0/i5OxyevHve3Nkvvxx35WrtDh0qNmt27fTpaf36ndqyWVxUvkkTyXLqjF3WlUXiKb5eOLDfuuTMjh3BVarkPYzbNHGCCONqd+rU9oMPJCDX6MepnJvBtVW9BofOnH75m88Pnjlle1H7h5t3atbK6OpmXbJk68Z3xo8LCizU7dE2Imb6dOaUz2ZNvds1r9/7z2e/Tm3/cLPxQ/9XtVSZ/0368ZVvv5RyNOibT+MSkz55afCwns9tO7TvyWGv7T91Qr5IBDdt3hr829qV5UNLPN+2g7+P79Rlf/b4+D2z2SyvINKWL379JSY+vkfrxyuWKLXzyKFuH71zJNwS7Q3s8EzlUmUs19+ha5/H20r5RPyKVkMGzV+/pnb5Sh2bNj954VyH/725etd2+dJfli/u99mHl29c79bysVb1Gp6MON/xf2+t+WenfKlIstq/9+Z3C+YUDQjs0vzRPSeOtR3+mun2oylf/fbLsfNni31lcZvrVary9z87n3j7FZFbSYq5Fn1TPMjxSUkf9XupYomSk5f+8dp3Y7p8MEwEZCP6DahUotTEJb9///tceeWbcTGPDx08evrk69HR4j7WrVhZPFlj5ky33sek1JR27wwR91EkYmKFw2dPP/bmy6cjI6y/Tjyn7d55Y/GW9SWKBj//VIdihYtMWbqo76d3PT5a/Gzn94eKR1jckq4tHxM/Ll4Db37/tXWFHB6xWuUq9n+qg2WmfMW3uvWqEFpCApTE+HEAVI1+HJBddGTkq38t9QsJudsKcVevvvbXUu8iRcS8i063+MMRexf9IZa4+/mJJb7BQb8PHy5iJhGa5PyLUhMSVo0ZE1K16vMzZrp6eEiZp/gUkVn4rl03wsMLlS4tr3bz/Pk+kyaVa/KwmG/c57kpvXst/+LzKq1bi/Ao4caNVV9/Vaxa9b5Tp4qULfO2vTz9+f4rPv9s4IKFOv1tH26f2blD5FatXn/9kZcGyktWjvlyx8yZ4f/sLv/wnT+gToyO1uv1Rh+fu92F6IsXGz333BPDb52K7p6358Bffx1euaLeM93ajRghHjop87y3c14ZvPb7cZ0//8J6ta5G49D1G+TbLx6T1d98Ix7tAb/NlfMs8ePT+90Wma388guzKW3Qwt8Ll7G82RPJ4+/vvrPuh++rtm7tHxp666be/WktXLZs80Evn9y8WfygmMm+wo1z58QzFVqzZu8JE+UDWqMuXPil73MrPv988J+NSjVoIB6i8N3/NH3R0m64duqUeBw8/Pwi9u2Tf1ykk1eOH2/6wovSXdzzcZaJrHPdDz/UbNeuw8ej+CgF94V+nPqNfe3trh8ME7GImAr5+reoU69pzTpPNXrYeviqVfjlS3NHft6sVj3JEnJ1bfn6gD82rv2w30t3vNorN2/89Na7nR55VMw/8VATN1e3WauWPv9U+/qVq97tlhTy9fvj069FRCjmH63bsOkr/b+cM23Oh5+Lb0dM+fnclUvjXh/2TMvH5JU/mjpBBEaz1yzv83g7Ec2ImYdr1F4waox86dJtm1/6avQfm9ZVLV1ucKdnDp09fezc2cGduuWmX5YbIgd89dsvUtNS//xsrNx6e6/P84++/tLw8d+1qt/w7KXIkb9MqFG2/PxRX/p5+cgPXft33/hg8o8tatdzNRhmrPxL3J6B7bt81N+yWTSlp4vwLvL6Nev1r92z+49Na3u0evzrwW/qMrdZIv7r/MHQr3+b+dXgIZIyouJirTepbeNHGg7sIyKtoT36DO3eRyx5ukmzR1594bc1K0SeJb6dvOQPETLaPiMrd257/ouR4iXxWP2HxLfTli05cSH8pac7j3x+kPg23Zz+0lefrNix1fq6GrdgzokL5757fVi3f69h3MLfvpw9bdGmtSIIzn7zZq9enpiS/PsnXzeuZmmIf/Li4HbvvrF0+2bx7Ht7eOb8iNWuUMnHy2va8sUiPH37WUbmharRjwOgOPpxQHYVmj6SQxgniGhMDuOEoIoVxdcyDzWSwzjLkgqWJdfPnZPuJcNsfvqjkY+/PUwO4wSD0ViuUSMpM/Kzrla5VSs5jBP8ihVr2KNHSlzcqS1bxLd7Fy1Kjo1t9tJLcvgl+BQt2rhPnysnTpzZvu2OvzQ68pI1hW/20sDXV6wo17jJHdc8HxY2punDC4a9LeWobqfO1vl73p49CxeI1OmxN9+UwzihYvPm4g6KnM72Ltdq394aJp7ZsUNc1KB7d2u5rFS9etWfesq68oV9+87t2VO3a1c5jBP0bm4tB78igrx/Fi60rnbPpzUH+xYvFtfW6vU3rKPLBZQo0aRvP5HTHVmzWtzUsg89dG7PP2aTScp83MSSWh06RB4+LNckT2/dKr6Wf/jhO175PR9nl8z/puXiZNU2j3f89DProwfkEv049SviF7Dki29FaFWxRKnYxPjfN65984eva/br/tWcGVnGv29Wq64cxgmlg0NEsnY1OupuA8yJFeQwTjawQxfxdeHGv3O4JYM6dJXDOKFE0aB2TZpv2LvnWkxUcmrqvHWrxa+zRj/Cu336+3v7TFz8u3XJjdiYuMQEeV4kgH9/O354z35SLly4eqXLB2/L03cLfhNLvpg9zbpE3IDsP7Lv1PGL1692bdHaeghqoI+fSDY/6Ptiqsk0b+0qEbG9/9wLchgnPxovd+wqftGSrRvEtyIo9HT3EFGXfKlBr/+w3wDb65+y1HK/RvQdoPv3f92HqlZv1/gRETuK+Clf7sIddWneWp4Rv7dq6bJiRiSz8hKxQahSqrS41yIUE98+1qDRh/1f6tTsv6e4TYNGep3+6r8NvrlrV/p6eVuPwxUXjew/yLqyeGlNXfZn5VJlutk8p6917i4C08lL/8zhFp6/clmeEbHm5OEjdk/61TvzbPX3+4g5ubWTU0Y2ixHTyR0mCSpDPw6A4ujHAdn5Fy9+rxX+G3BNJGjiq3fhQjZLLEcVpSUnSfcikqmaTz8tZfa5RChzevv2c2F7Lh05IpaY0lKtq4VmDlJmJY/Fdun48aqPP379XLiYD9/zz5WTJ6wrREVYjkO5fja8fNNHbH+wdIOGgSVKiETswv59FZs1L9+0qQi2PP3zWlKwPfbznrfnysmTQRUqZDlnQomatY6tXXv5+DER3t26zn9LbYJYLr6GVLmtylGsarWDy5bd+qVnz4qvMZGRGyeMt66QkXnw1I3M2yO759Oagxvhll8RevuwffIofleOn6jxVNtyjRsf/ftv8SSWbthQPInFa9QoVbfejpkzIw7sF1mqiBQ9/PxK1qsnPRDxv7R4DBcOe9ucnh5UsUKW2iOQG/TjHIKIjT54boCY0kymjfvC1u/d/efm9d8umH3k3Jlf3h1pfcCrlCpj+1OFfC2fBokIrJDvHf4/L1c81PbbMsHFRCJz6Mzpu98KyXa0OEE+qPDAqVNFAwLETIPK1Wwv9XAz1q5QUQR2CclJIpFp1+RzcQgDAAAQAElEQVSRpds2Nx7U78lGDzerVadV/Yeqli4n5U5SSvL2wwdslxw/H26dT027Q+B4+KzljtSpWNl24aN1G8gzpy5esNzgKrcNqNqgcvXMHzzTuVnGwdMna5avKAdJsoolSnsa3a3fnoy44OXhOXXpIttrkA+9PBN5sWa5ClKe78Idlbb59MjoaslGiwYEWpe4Giy7GYnJyeKmiiBSziLPX728IeyfTQfC/jl2RKRsyZl7ESKzEw9CwyrVbe+UyFiDA2/ttJy/ckXErFLmiG+2N0CkbCfO3/ljRZH9TVm6SITFv/29skWd+iIoFAmy9dL7fcQAReVlO0UeB0BxhHFAdq7uxnusYLNfK3vgvtKJDRvWfj/uyglLeiWivdINGpSoU+fsjh226/j828WTeWXuRstVrLgrlk6ZyH2yX3P0pcgsS1zd3fvPmLlyzJjDK1dcPXlyy9QpXoGBdTp3afX663e8/SXr1h156N4nhhNXa53P+fakxMcnx8ZaT93w3z3KXBJ/7bp1icFmWOjkuDjx1TMwwPZHvIsUts7HX7P8UhGHiSnLNcdEXrK5nfd4WnMQe/myCNRs76nlNsg3+4blZlds3kIaPTr8n90ijxO5aq327Us3qC+Wn9+7r2zjJqe3bxOp3N1ytNw8zrFXrhQqVSopJmbTxIk12rYNLFFSAu4H/TjHItKQ1vUbimlIt55Df/xm1a7ta/fsFt/Kl8oBTRZ3ezYCfPxsvxXvTn08PWMSchrhNNDvth/xzmxwxybEpmVW8IoEBGRZv7CfZYnIXMqGFP9hyDsligZPXfrn7DXLxeRmcG1Zt/7YV4cG+Nz71NUi1olctFqeX7Rp7SvffjntvY8fb9g4hx+JS7R89FXY984fLEVevyayNtvzDFhv/5WoqITMj82K3H5npczT2soz4hUuH7s6dv7s7Fd+/srl7OnSA9yFO3J3y7rButvZFeKTEt+f/JPIbdMy9wpKB4e0qF1v4ca18qWxCZaiYqFs97FoYKGEJMvdv3zTsgk7du6smLJfeVRcbPYnrkbZ8r+P/vp/k3/YdfSQmMbMmR5apOh7vft3atbqAR4xQFGMHwdA1fhwG7Cja6dOzXtziGdAQIvBg0OqVC3bqJGrh8fmyZOy5HEpt79xEpGW+OpfzPLhuRxLvb1ho3fhwrn5jT5Fiz7z9dcdRo0SedylY0c3T568ZcpkT3//Jv36SfnhnrdHHvMuy0J5yd2aeh6ZZbqE67f9VEpmSHfrlxa25JXiflV74klJGeLuRBw4kJaUZD2yWLIkcZab5HFr0MDgohUqnA/be/3MGXF3Ster7+HnH1ylyoW9ey8ePJgYFXW3g1VzfwP6TJx0ZseOJSM/Wv7Jp70nTpSA+0E/TuU+njZp4pKFiz4d+1DV28pcRfwC+j3Z4e9/doWdOGLN4+7Ljdho22+TUlOi4+PKFMupL3w9OrpU0H/9rIuZn3n4ePoUzvzv7lpU1oMur2cehlko8/9qo6vbiL4D3u3V/9j5cBHxzFy1VISJr4/7ctYHn0oKCC5kaY3diIu546VBgYEHz5xKTEm2bYfJt1/cWi93y//nV7PdnZiEhGKZn4KJV7jI5kSit+nHqZJaDR///Z+b17Vt3LRe5arNa9WtUqqsCCCseVxQQKAI8m7EZH18bkRHu2e2++XaXe82bce8/IaUaw2qVFszdsLlmzdOXAjfefjQD3/MFcljyaBi9SpVUf8jpiqtBhjFJEGVGBkEgOIYPw6wo2Pr16WnpbV67fUWg1+p1LKlnPVEXbxouczmA70b58/b/tS1s2ekf48SDcw8rvP8nj22K1w+dmzjhPEiP8ry605s2LBw2LDoixfdPD1Da9Vq0L3Hc5OniOWnt22T8sk9b0+RMmWunjqVfPt7A/k8pPJxuNkFV7IciBRx8KDtwqun/jvYSj4Q9fzevbYriNRS/NLDK1dI+UF+tCP277ddeCHzdA0hVW4NWlSuSZNze/45lTlUXIk6lkNZS9WrF3Fg/8nNlnOwVmjWTMqDwFKl/END63TpUqJ27VNbt+TX/YLzoB+nclVKWw5B/f3fGMXWxeuWOMzL5pjK+3L4zGlT+n/Dz63fYznbdb1/R1u7o32njtt+u/nAXrGvWKdixdIhlrEadh45ZHtpcmrqgVOnShYN9vPyEenMq99+uWLHVleDoUbZ8s+0fGz+qDEligatC/tHPgFrvu9zlg623KT9NiMkCOMXL2gwoPeB0ydLB1u2Dv8cu62AvPuY5faLmyduTM3yFU9GnI+Ki7VeKjIm2wRT3OVTFy+IhbbXsHz7lq9/m6HoKVZzSfwNLtu+qXjhopOHfziofVcRxomFEdeuikdb/vMU97FUcMjx8+dEDmv9KfGKirxx65wV4okTX3cdPZzlz3nSX3+MW/jbHX/p+D/nD/rakq6K6K1ZrXrDevb95MVXxLcb9v0j5eIR430HHAV5HADFMX4cYEfyUZlpNnvJURcuHF61Srr9je6Bv/66dvpW/GRKSdk9d25AiZKl61vGx6nRtq3BaFzz3XfRcoonri0paeWXX6z/8UevbIcUiezv0Irle//8b4Tm1Mwht/1CgqV8cs/bU7tjR5GUiRXk8d2Ek5s3HVu7tlT9+tbB47IQF3kFBu6cM1seJ07KzMX2LFxgXUFEVEUrVBAPy5nt260LN06cIH5pWnKKlB9qt++g0+vXfj9OLidKmcPVbZsx3d3X1zpIX/mHHxaP8O65vxWrVt0j89SBperWS01M/GfeXJF+irsg5Zn4H7vdhx/pDIZVX38tnykCyCX6cSr39MPNivj5/7p6mcizjp47Y12+9eC+T2ZMEWFcx0daSA/kanTUT4vmy/OJKckiqxIzvR7LqU08/s8F1rBp2fYtR8LPtGvcrJCvv7+3T9vGTcNOHF2wfo115c9n/XIzLqZ90+ZiPtDX/49NaycsWWjdhIlgKDklpVihIvLo/m4GvXwzpHxSq3zFKqXKiNtzJPzWVlKETXPWrBS/Qizv/ujj4lX66cypMQm3KtUXrl4Z/+dCT3ePR+tZtqFtGzUVeeKnM6fIl6ab09+f/KPt9YtrEF/f/OEra5517sqlt3/+dsGGv4v6B0gqoHPRiZttezaPH/+YJ9nsRTzd5BFx98fMni5/K56RUdMmWy8VyWm3lo+JIHXMnOnWaxDx2chfJpzOHH0vuwtXry7ZunHT/v8+eIvPPPRVxIJSLh4x+VQh+fgaABTC8aoAFEc/DrCj8k2biohn2ejRR9f8XaJOnZSE+INLl8oXJdscj5luMs148YVGvXr5Fy++c/bs+GvXun83Tj6PRGDJUm3f/2DZp59MfrZHxRYt/IsVE3He1ZMnn3z3PdvTLMjECiIq2jj+59jLl8RVpaemiVTL3dfvkRdelPLJPW9P/e49zoft3bNg/uVjR0s3aHDj3Lnj69aJG9Nh1Ki7Xaebp2eHUaPnD33rlz69qz3xpHiUjq5Z4xccfPPCrbcK4qHoMHr03Ndfn/XSgCqPPVa0fPnIw4dPbNxY7fEn5NNl5F1QpUqPDx++6quvJnbrVqlli5SEhOPr14us7ZmvvrYeZluqXn1Xd3dxjx7q1UteUuYhy8FlCTdvinst5ZOgihXF9W+fMWP9zz89MfwdCcgd+nEq5+FmnPLORz1Hvy/yLDGJ5KtSyVIxCQnHzp0VSdaEoe/LYccDMLq6fTl72s4jByoUL/X3nh1nL0W+0fXZSiVL5/Aj16OjHx86uG3jRy7fvL5ix9aiAYHv931Bvmj0i6+cjLjwxvdf/bllfaUSpXcePbT3xLGHqlZ/q7vlFKWF/fz7PvH0jJV/df1weOPMA2//2rb5Wkz05OEfyj8eWsRyL3qPer9amXLjh/4vh9vQqVkrMUn3otfpv3nlrd6jP2j/7puPP/Swp9EooqK4xATxG0XSVK1M2Y/6Dxw1fdKjbwx8vGGT+KTE1bt3JIlQ8q3/yee+GNihy/q9u+f8vfLY+XMNKlfdfGBv+KVIH08v6/V3f7TNziMH565d1eqNl1rXb+Tmapi1anmaKW3aex/fc/85l3chL8RtEE+TeME0eLHXE42aFvb123Z4/84jh8TLKS7h1iluX+ncfen2LROX/H7g9Mma5SpsPbRPPL+eRnfDv0Oaiofo6Lmz4xb+tuXgvkZVa0TFxYoHpGxI8Q/63nnfYFDHrvPWrnr+i1F92jzl5e5+JSpq9prlNcqW79zcco7Xez5ihfz8xGtyyZaNEVeviNtmPfkGoDbkcQAURz8OsKMi5cp1/errv0Z+dGbHdjEFV65cp1Pnyq1aTen5bMT+/TWeaiuv1uatty4dPfbPggWm1NRKLVo+881Y36Ag65XU6dw5tFatXb/9dm7PP0f/XlusWjUR05RtfIfRo/Wurs98/fWyTz7Zu2iRZVicKlVrtGv30LM9syd3eZHz7RG/t8uYMZUfffTgiuVhv//uFxLSbNDLjXr3kgtldyOivRd/nb3ll18OLl/u7uNdu0PH0Jo1F73/33u54tVrDF7057YZM8J37Ty1ZYuI5Np+8EG9Z7rl46lIH+rVu2TtOjvmzD66dq1Op6/SqnWjPn3EM2hdQcSCZR56SOSAJevUkZeIOyXisysnTuRx8LgsWrw8WKScu+bMqdOxk7h+CcgF+nHq16BKtQ3fT/pm7qyl2zZHx8fJh4U2r113+LP9spw/9L7ULF/hxbad5q1bNWftShHHfPDcgCcb3eN/pDGDhxw/H7502yazOePFdp1e7dK9qP+thm9wYKE1Y8dP+uuPNbt3zFy5tErpMp8PfK13m6esZxsY0W9Autn86+pl2w/tFxli3YqVP3vp1Ydr3Do59fNtO67avT3ns7ver9oVKm36acr3C37bdGDvhatXapQtN+SZns1q3Tqf9UtPd36oSvWJS/5YvmOLXqd78qEmL3fsWrFEaflSN4Pr/I/HTFryx8KNf09bvqRiyZLzPv7yte++sL3+sa8OfaJhk7nrVs1fv8bDaGxRu/6wns9lOQWtHX360uCE5MRVu7bPWrVUxHCNq9ec9cGn89etWrp985Wom0EBgd4enos/H/vWj2P3nTx+/Py5Jx5q/F6f5x955QU/L2/5GgJ8fJd/9cPUZYtFWDl12Z8hhQoPaNf5rR69/Lx87vgbSxYNnv6/j9+ZME5kfCL0FI//0B7PDWzfWS6+Sfd6xMSNHPXCoBFTxu8/ffLSjesSoKS8bKd4kwxAEeZMaWlpKSkpFy9eDA4O9vf3l4CCJbZx4nVoMomIKTX222/T5s6VdLpyO3dJABxZ7MIF1778UswkTZzoHhrqkcnNzc3V1VWv15Pg2EVSUlJUVFRMTIx4Lry8vMRXo9FoMBju9xnJyCT+3xa7ENGZKlSooM+/1FslxH1MT08Xd1PsJjVbPu5EnGWkrYXtBj1cvLzkaMr3aF+tbLnFn32by/V/XrTgk5mTf/vo8+a160nQhJMR50XEgITR3wAAEABJREFU5m0z/mCqKa30M22fafnYuNeHSc6kz8qpf587KmZGlGverVRtT09P+T9D6+ap4LdQZ8PSz+23nBi3xmOuhUIZryz/RUZGJiYmihnPTO7u7mKHJJdPt04CAIXx1ggAAM2jHwc4p7HzZlfs2fGUzWBwU5cuEl/rV64qwd7O7DFtmJYsppsRZgkqw/GqABTH+HEAAGge48cBzqlD0+aLt6xv89bLLerUL1646PbDB46EnylXvMQzLR6TANwdeRwAxTF+HAAAmkc/DnBOTzzUZPp7H8/+e8W+k8dX7txm0Os7N2s16sVB7m5uEuytblvXcvUtsU9QOQ6OVERetlPkcQAURz8OAADNox/nnE7NXXJf6w/u9IyYJGhLm4aNxSRBfQKK6QKKSVBOXrZT5HEAFEc/DgAAzaMfBwBA7pHHAVAc/TgAADSPfhwAALlHHgdAcfTjAADQPPpxAABnw/hxAFSNMA7/Z+8+4OOo7/z/z1atepesZlvVvRsXXDC2CQZDIJSEACEkIeV+qQf5537JNVJI/d0lueSO5LhcEnqAEMBUg8Fg495k2bIt2eq9a1dabdf/qx1pvJYLaivNzr6e9mMfX83u7Mzszs7svPcz3wEAaB71cQCAcEP/cQBUjR+3AQDQPOrjAEBtdjzm3PWEQzTu+Xl04SryH3Xh/QAQdPQfBwCA5lEfBwDAyJHHAQg6+o8DAEDzqI8DALVJzNDNXDwQ+0TGSQgG+o8DoGrUxwEIFZ7mRnfZSXd3tzE5zTJvkT7u8t9e+/vdVeecZ8/4XE5T1vTIRcskNnQIb9THAaPV73F7qs95a2ske4+UOcOyeJkETKilN5nFfwlBQ/9xAFSN+jgAIcHTVOf+y+/1rbWdJ2sks8VcOCv1qw8ZM7Iv+eDeXTuMH77sqqnvru8wxMbFXHtd0gNfl4AwRn0ccDm6gQNvg1vynh/U3+8qPuR84SlTZ29fwzlfb1eDJX3BK29IAMKGXgKAIKM+DkBI6Hvjb/0NVbb0OSnf/tfodRudZac7nvrjpR9ZfKT13x/pdejNt38x5avfNiQld7/8Qt+xQxIQxqiPAy4nVm+J1Jt00uD34R67s+c/fur9xU8jm3u8LQ3e7jan091W1SABCCfkcQCCjvo4AMNUHTz48Px5ux777xE+vt/nO/jsMw6rVRnSWVNz8s03pQnV/f4OZ9ac5K99J3rNNSlffSjxU/f1HdzraWke9jCf02F74yWdJTrm89+K2XxD7PU3JX72S2K44+RxCQhj1McBl2P3ucT/fqnf6/Odq23bfaLeW92q0xlsdSf72mvEXq7HJemnZUkAQs149lPkcQCCjjAOwDi98dOfvPajH/m8g2f6WJuafnvLx2uOHZUmlLu9U5+VO/i9SqeLWr1WHx3TVzJ8Kr7ubk9Tk2X+AvOMXHmIpXD2wHB7rwSEMerjgMvxSD7xXzROlDeearDFTstoyMrpaTzjdfbID2jqkRJXrpIAhJrx7KfI4wAEHT9uAxgnZ+8FUZfH5fS63dJEM03PdZadOv+9yuv1uV3O8tPShd+0vD1WX2+Pr88u+XzyEMfp0oHR0zMlIIxRHwdcgd3h2nu8qsbqiYyPa6yoOpFa0J6RJw0czA+Ecb16S8aWzRIw0Y686vrTN3rF/7pSjwSVIY8DEHT0HwcgJMRtuanv6IGup/6339HX32fveuFpX3dX73vbew98qDxGbNC6X3rO09rsLDttP7h3oEPuyrNdzz8pGY2RV62UgDBGfRwg+S/dEKkzKX8a/H3Gub2+Q6X1tv6IhIT4JKdtusk9Lb/g5Mc+35Y9q9ct1dmk2KKCuNmzJGCidTb2Vx3ziP99Vglqw/VVAQQd/ccBYav26NF9Tz5ZdeigwWSauXz55m/9fdy0aRc/7OH58wrWrL33979Xhnz4hz+8/ct/v/9//zhzxYp/37TR2jzQidvP163NnDd/2e23b/vB98Wf+598Uvy/6z9+M3vjRvFn2c6d7//+dx01NXqDISU39/r/7zuZ8+fLz1ZXXPw/99x9648eOfXujsr9++PS0u75r0cTc3KGzUb0+k19xw6LcK37lRf6PR7J7RIDPX32baXVc6fPnZ0a3+t0bztTm1Xfmuv16Lye5kf+UR+f6LN26SOj0h76J9NlrsQKhAnq4wBBfOV19Z8vRPJK/S63Z9fRij69JSY2yt1U+/Lb20vOnN2wannu/CX7b/5G3zvbEo7un3Pn7RHJyRKAUDOe/RR5HICgoz4OCE8Hnnn69UceEQHcvOuvt3d2nXrnnYp9+x548qmE7NHlVqvv++zx115rLD259gsPJGZlZcybu+q++/Y9/njOkiUFa9akzJwpHnP0xRdf/pd/jk1Lm7flhn6fr+z9nX+8/7P3PPq7mVddpTzP3ice76iuTp81y+NyXRzGCYb4xJSvPtSz4y3HmZPi+Mln73FVnauZMedsVmHF6erSltjK9q5et7d38bpp9RWxRp15Zr4Yy5g+LXrNhsilKyQgvFEfB8i80vn1tq/btuN4RZfNO21GYmNlVUq/o76pRQyvqW/Mm7ugzmorTZ15zbc3Z922SQKCYOlWU/7ygdgnPZ+TI4NiPPsp8jgAQUd9HBCG2quq3vjxj1MLCu7/3z9GJyVJ/lq5P3zm3nd/+5vbfvqzUT3V6s9+tqnsjMjjrr7//qjERDHEEhsr8rjMefOu+crfiT9729vf+n+/yJw3/7N/+ENETIwYYmv5uz99/nNv/OTHX37+Bb3BID9PV0PD17a9Gp+RcYVpGZJS4u+8J87tHvh65fO279+7py+q32D0+vrLWrvdXl9JTU13YuK8j3969k036i2RYhSdeP6hSQDhjPo4QOaurnUcK3YeKekrPlGZnVe8dFVafEJDRZXYsXiizAUzpx8oPlGYN7Ozz1lyrmL2zMzP3HKt0ciBOYIiMVOfSPe2asXHHkDQUR8HhKEz770nPvvrHnhADuOEnCVLbvnhj+LS06SJdvRvf3NYreu/9CU5jBNi09JWf+Yzr/7whxV79xSsXScPLFy77sphnEJnGuj6R2y2Uq/ZuLK8fn9ti/hJITsr1WazL9Xndlg7Z998iyE2SgIQgPo4QLC+/Frdz35l6+p09nv7EpI77vs/Zru9zWadlpCo1+vb+zwr1l2z/pprmmx9bxwqToqL/uTmVZERZglA+CGPAxB01McBYaip7Iy4zVqwMHDgkk98QgqCtuoqcVt1+FBzeZkysLOubuCuyiolj0vIypJGb0Nexr7qRklviE+Icbs94mhqbcHMlJhICcCFqI9DmBNfd63PvVj3m/+ubW/2+E9Z7dtwXXJhgb2isrq52drXFx8V5ZWkms5ej9d75EyZ0+V64NbrZs3MMEh6saJ7JJ8EINTQfxwAVSOMA8KQq7dX3MYMFccFla15oC+efY8/fvFdXY0NSttkiZBGr9Fmb7HZYi2RJ09WykPs3n6nxxNpMkkAAlAfhzBn2/ZG7U9/WW3vltdanV7vKZzb3dZudrrmNNWVu1KN+vRoi8Xt8Rw4dcrldn/ulmtWzC+QBvqb8xE8AyGK/uMAqBo/bgNhKDZ14LzU3q7OiNhYafRcDsfIHxyTmiJuv73z/ZiUFGlCie9YOysbTUZjm71nfur0bmuvGNLW62jpccxIJI8DLkB9HMKcLyqqOzezv9Qq1tq4ObMMixd3RkVZSopnv/myraWx7YvfarNZOzo6Gpqb7R7PPTeuvXpRkTIuwTOCpLPB1908sH6l5+sj49iiqgt5HICgo/84IAwl+i+i2nDiRFLOdGXg8w891FFb88BTTw97sDEiwu28IIBrCTjzVLr4mPzCP5P806o5fHju9dcrA5tOnz6z8738q9dkL1wojVVrj6O6wxYfGVXZ0tKT7UpPT2pqare7POfarDMSx5IzAhpGfRzCXPzG9SuuWtK+/6BYc9MK2w8cq4/Z/UHR7g+brR3Nd94Xm55hbW8rKSmO8Lr+4Vufn1eUZzBwvUsE3ZHX3LueGPiKdc/PowtXkf+oC5sAAEFH/3FAGJp3/fXmqKjdf/iDo7tbHlJ9+HD57l0ipzNcdKZnWkFhc1mZvatLeeTpHTsCH2AwDozistsD/3T39cl/Lti6VSR6b//qV1319fIQcdebP/vpe7/9bbT/eqxjIzZb5e3Wfv9GLD99ms9qLcxOiYocOOn1ZEuXx8dmDbgA9XEIczq93hQfn7557YxFlbG+/XltLbPff7+tt7tl9frOeUvO1NaWlZWnOfvuK8paOKeAMA7QBvqPA6Bq1McBYSg+M/OG737v1R98//ef+tSsjddam5pLt79liYv72IMPXfzghVu3vvnzn/16y/XztmyxNjZV7Ns757rrSrdvP/9sGdPE7TNf/1r6rFm3/eSnUYmJIuw78cYbXfUNaz7/ufyr12z9x3967ZEfPfbpu4o2bEjIzDz51lst5eU3/N/vJubkSGPlcHuqOm1ye3FW+i1zcmwGQ3d+1qkzNV0O5+nWzvnpk9E7HhAqqI8DBIP9lNHV0FuR2/uXN5p7rW25Obaigqj22ri335ph7ZzW3pyz5PPKgyN1pr5+twQETd4yo8FokQZOJiACDgr6jwOgatTHAeFpySc+kTFnzv6nnix96y2xIVhw49aNX/tagv/c0mFW3nuvvatr/zNPl7z66swVK+76j9+IgYF53FV3ffrMzp31JSXynyaLZct3/uGNn/6kofSk1X8xhyW33Za9aNGBZ56pPnzo1Ds7MufNEw/IW71aGgebw1Vn9V+VIsK0qSAzxhIR3d8/PS6qJyetsrJhV2XTvLREfmwAFNTHAYKpZ6+nM/3c955t6O2JvCr3ju/fWmeNrn90R/qZ4hSj2aI3Rk5LVx5MGIdgy11qEP8lqBJ5HICgoz4OCFvTZs++5Yc/unj4zKuuevjESeVPnV6/8RvfEP8DHxP4gMj4+C8+82zgvUvvuEP8DxySmp+/9Z/+SboUEdUFPtsIFTd1uDxe0Vg9PT0tJlLyRwMLLKa+lHirtberw1ZvtWfHR0sA/KiPAyRPt1H8lFOR3BllyLxl3fzPr9d7jkZ35rt27S+MiNXrdD1mozlh7B0pANAS8jgAQUd9HICQ4/H5jjW0i0Z+cuyyzGT90I8KRp1udmREz/T0YltfVactKy6K3xsAGfVxgKlnj9hRxC2PXPbzldHZ83XOD9xxV7fsq0wzmPX+78N9CTGROVkSAK0Yz36KU4gBBB1hHICQ02jtc3i8iZGWO+bnmYwXnOiRaNTPjIooKMhu63WI2E4C4Ed9HMJcv6/PaDvo63d49L3Rqd0+zwlnym2u5E9mX/cxk9Hk7fe1RRiy//6rcbOKJABaQf9xAFSNH7cBhJzYCGN2fPSSzBSzcXivK2KLlms2dsZYJE+0nu0bMIT6OIQ5nT7SnvUd3UDJi1fvbvaZUiR9jBgeuXhhxJqrOg8eyfzWV7JuvEECAD/yOABBR/9xAA7DxZoAABAASURBVEJOQmTE55bPuty9Jp1upcjjYiwSgCHUxwE6/eB+wRcx8/xAg2HaTx6OrW+IKSyQgMl15FXX8e0Dlw3Z/JWI7LnkP+rC+wEg6Og/DgAAzaM+DrgcfUxMLKepYip0NvZXHfOIRp81QkIQjGc/RR4HIOiojwMAQPOojwMAhBv6jwOgatTHAQCgedTHAYDabPpihPgvQZXI4wAEHfVxAABoHvVxAACMHHkcgKCjPg4AAM2jPg4AEG7oPw6AqhHGAQCgedTHAQDCDf3HAVA1ftwGAEDzqI8DAGDkyOMABB39xwEAoHnUxwGA2lQe8VYXe0RjwXWm5Gy9BDUhjwMQdPQfBwCA5lEfBwBqU3HYs+sJh2hkzTGQxwUD/ccBUDXq4wAA0Dzq4wAA4Yb+4wCoGvVxAABoHvVxAKA2S7ea8pcPxD7p+RTHqQ55HICgoz4OAADNoz4OANQmMVOfmClBncjjAAQd9XEAAGge9XEAgHBD/3EAVI0wDgAAzaM+DgAQbug/DoCq8eM2AACaR30cAAAjRx4HIOjoPw4AAM2jPg4AgJEjjwMQdPQfBwCA5lEfBwBqs+Mx564nHKJxz8+jC1eR/0w8+o8DoGrUxwEAgoTfe9SD+jgAQLih/zgAqkZ9HFSkv9+2bZsEIJQ5TpwI/JOffFSC+rhx+vcj7zxxap8EIGSVtNZLKpOYoZu5eCD2iYyToDbkcQCCjvo4TLnza2B/f8sPvi8B0Arl082OZspRHzdOexrOSgC0QiV7paU3mcV/CapEHgcg6KiPw9SSvw9xrA5oj8Fg0Ov1Oj8JU436uNHSDZEAaIvejw94OKD/OACqRhiHKaQc7VjuvVfassXp53a7vV6vz+cTD5BvAYQE+VuvOMgRSZzRaDQnJxv8yDXUgPq4UVF+K/ra7HWtvVaXyyV2TB6PR9xK/gXn65PGuNwep8sdGx0pQYuUfZC8h1qcmCk32D1pHv3HAVA19kCYcgNfiZKSTDExXoej3+2WXC6dxyOSOLEH1XPAA4SOwKMdk2A2i1ROKUOQMKWojxstsXRi1b19xiKHwyF+KxKRnPi5yDO0e5KgLZ3dPa3tXUVZ2RI0Ss7d5N2Tmd0TRoA8DkDQ0X8cppZ8wDNYTWM2y396vd7+IRKA0CF/hMWt+ESb/DhrVSWojxsVeY2VD9fFaiwvqViZ5fJt9k3a02m19/a5IiOpj9MsJY8b/MVoaPfEHgqXQx4HIOjoPw5TRTkbSM7jlKMdpfqANRMIRfKxjRyyy7cUIKgB9XGjJe+exAos74zk34p8fhI0R6fv6ulzRUVFSdCuwN+AZcopq9IUbdCOvOo6vt0tGpu/EpE9l/xn4tF/HABVoz4OU0v5uVJuy1+SCOOA0BV41qp8q5TISZg61MeNnLIOiwWUd0/K70YUx2lVv6S39TrI47QtsO5V2TcJ0tTpbOyvOuYRjT5rhIQgoP84AKpGfRymlnJ2m9zoDyABCE3KJ1o58pnC6gPIqI8bA/lAXSmUI4zTMJ3e0Of0WCwWCZoWGMkp3z/ZN+GSyOMABB31cZhCchwsr4Hyr5QkcYA2KAHc1J4KBAX1caOirK7y6WxycRx7KE3TOZxus9ksQdOG7ZumfA+1dKspf/lA7JOeP5Vlergk8jgAQUd9HKZW4Bcg1kZAY5QPOGHclKM+brQCIzl538QeStN0bo/XaOQAXPsu3jFN4aYsMVOfmCkheOg/DoCq8eUSasCxOqBJfLTVg/q4MZBXYKWOm/VZ23z9/VPblRgmHx9qzaP/OACqxn4IqsIKCQDBQH3cmLFjCgsDFfq81wDOI48DEHT0HwcAgOZRHwcAwMiRxwEIOnrsAgBA86iPAwC16WzwdTcPHIil5+sj49iiTjz6jwOgatTHAQCgedTHAYDaHHnNvesJh2jc8/PowlXkPxOP/uMAqBr1cQAAaB71cQAAjBx5HICgoz4OAADNoz4OANQmb5nRYLSIRlI21/ZVHfI4AEFHfRwAAJpHfRwAqE3uUoP4LyFo6D8OgKoRxgEAoHnUxwEAwg39xwFQNX7cBgBA86iPAwBg5MjjAAQd/ccBAKB51McBADBy5HEAgo7+4wAA0Dzq4wAA4Yb+4wCoGvVxAABoHvVxAKA2R151Hd/uFo3NX4nInkv+M/HoPw6AqlEfBwCA5lEfBwBq09nYX3XMIxp91ggJKkMeByDoqI8DAEDzqI8DAGDkyOMABB31cQAAaB71cQCgNpu+GCH+Swga+o8DoGqEcQAAaB71cQCAcEP/cQBUjR+3AQDQPOrjAAAYOfI4AEFH/3EAAGge9XEAAIwceRyAoKP/OAAANI/6OABAuKH/OACqRn0cAACaR30cAKhN5RFvdbFHNBZcZ0rO1kuYaPQfB0DVqI8DAEDzqI8DALWpOOzZ9YRDNLLmGMjj1IY8DkDQUR8HAIDmUR8HAMDIkccBCDrq4wAA0DzdEGni8HseAIxH3jKjwWgRjSSK44KD/uMAqBphHAAAmifv7ic2QeMrBACMR+5Sg/gvIWjoPw6A6ihfx+Wfyjs6Orq6uqSpIFfnfeStpFYhNM+81JNjhK9zKM6/pG4aW0PkB7OGjFlg6XdofRKDtIb4fD7xSL1eP7FVcurfMgAAMDbkcQCCSP5Gbjabxdd0h8MhvtZ7vV5xK39rlx8zaUcpFx87BbYn8HaSl+tyyxiMRbvyYobDW8kyhuIy8m5KwccyamMZx7yk4l79hXRDpPHppz4OAKBR5HEAgkX5Lp6QkODwczqd/f5ITuRxfMMGACDUKft6o9Eofn6LiIgQDYPBMCFhnER9HABA3caznyKPAxAsOv95K+JLufhqbjKZ5J/QxZ8+PwkAAIQ+OXoT+3eTn5zHKSVy0vjw6x0AQM366T8OgDopkZz4gi75T2YRDbk4jm/YAABogJy7iV280U/s6A1+1McBwJTb8Zhz1xMO0bjn59GFq8h/1IX3A0CwKD+Yy5Vx8jd1uTiOMA4AAG1Q+o8zDBG7e+rjAAC4MvI4AEGh9PEs9ykj53FKZRxfrwEA0AylFzk5lVMu6SCNu8CN+jgAGI/EDN3MxQOxT2SchGCg/zgAKiV/NVcuwSZ3G0cYBwCAxuguRRo3vjMAwHgsvcks/ksIGvqPA6BGgSVy8nZKZHMS360BANCcwGo4JYkbfyRHfRwAQKvI4wAEkfw1Wk7lJL5VAwAQHiZqj89veAAArSKPAxB0xHAAAGAM+AoBAFAz+o8DAAAAoDXUxwEA1Iz+4wAAAABoDfVxADAelUe81cUe0VhwnSk5Wy9BTcjjAAAAAKgR9XEAMB4Vhz27nnCIRtYcA3mc2pDHAQAAAFAj6uMAAGpG/3EAAAAAtIb6OAAYj6VbTfnLB2Kf9HyK44KC/uMAAAAAaA31cQAwHomZ+sRMCepEHgcAAABAjaiPAwBoFXkcAAAAADWiPg4AoGb0HwcAAABAa6iPAwCoGf3HAQAAANAa6uMAYDw6G3zdzQOBUXq+PjKOLaq6kMcBAAAAUCPq46AZer3e6/VJwOQ68pp71xMO0bj3/0UXrCD/URcueQsAAABAjaiPg2ZEmE3i1tZjl4BJ5HUN/qphMLI5DQr6jwMAAACgNdTHQTMsEWZx29ndExsTJQGTZcZio9Pe39Ppi06QEAz0HwcAAABAa6iPg2bIeVyXtWd6VpoETJZZa4zivwRV4o0BAAAAoEbUx0EzEuNjxG1Hl00CAD/yOAAAAABqRH0cNCMtJcFoMHRZeyQAGkL/cQAAAAC0hvo4aIZer5+WltRJfRygLePZT3F9VQAAAABqRH0ctCQjLen02RpSZkwaa6tPgoqRxwEAAABQI5ILaElRfk63rffMuVoJmBTbftH3yHXdT/1Db28n21I1Io8DAAAAoEbUx0FLls4vFKv0nkMnJSD4HLb+cwc9bqdUd9IblcC2NFjGs58ijwMAAACgRtTHQUuioyxzCqcfOVHudLklIMi8Hmn+JpNozL3GxE8bwUP/cQAAAAC0hvo4aMw1qxZ5PN79R09JQJBFJ+pu+6eobz4bu/J2swRVIo8DAAAAoEbUx0FjFs7Jy0xP3nu4VAImRWKmPi3PIEGVyOMAAAAAqBH1cdAYsUrfuHFlZU3jweIzEoDQR/9xAAAAALSG+jhoz7KFRfkzMh9/YXtLW6cEBEGfjS3n5KH/OAAAAABaQ30ctEes1Z+/6wZxEP/o46+43R4JmFC7nnA8en9P/WmvBNUjjwMAAACgRtTHQZOSE+Pu/+SWxpaO57btlICJU1fq2fGY09rqe+xLPa3VRHJqRx4HAAAAQI2oj4NWLVtYtHXTql0HSuhIDhMoOlGfMn0g5Jm30ZQ6g8s4TIbx7KeMEgAAAACoD/Vx0LCbNq+qbWj583NvORzOdSsXSsC4JWboH/hdzO6nnJu/bJEwKeg/DgAAAIDWUB8HDROr9xfv2Tq3aMZTf9vxh2ded9GXHCaCJUZHGBcqyOMAAAAAqBH1cdA2k9H4d/d9fP3KhQeLz/z4P55q6+iWgFGqOESSG6rI4wAAAACoEfVx0Dyxkt/9iU2f+9SWLmvPD3/1RHHpOQkYmaqjnl/eaXv8wd66k0RyU2Y8+ynyOAAAAABqRH0cwsTKJXP++VufmZaW9Ojjr/zpuTftfQ4J+CgVh73dzT7ReOknfRKmyHj2Uzp2cgAAAADUoN/P4/G43e6urq7u7u6CggKDgasEIly8/cGhl7fviTCbbr9x/dXL50nAFf32Xltyjn7LNyITM6i1mhoNDQ12u100ovwsFovZbBa7LZ3flccljwMAAACgCsPyOKGwsJA8DmGlvdP65+ffKquoK8rL/uyd1ycnxknAZdi7+6PiOa9/Ko0njyNDBQAAAKBG9B+HMCQCuAe/dOfnPrWlobn94X/781s7D/p81NCEu/5+af8Lzme/1ztsOGHclBvPfsooAQAAAID6cCoPwtbKJXMWzM59/tX3//bm7v1HT332zutnZKdLCFd/+cfe07sHLtpweJtr2c1mCaoxnv0U9XEAAAAA1Ij6OISzqEiLiOH+/ot3uNyen/7n089t2+l0uSWEpWU3R8gNZy+/UmgH/ccBAAAAUAX6jwMu5vF4X9uxb/v7h2Jjou65bdOC2XkSws8HjzvmbjCnTKemSl24ngMAAACAkMf1VYHLaWxp/+Nf3qypb1m6oPCuWzbGxURJ0Ch7V39nozdrDt2LhYDGxsbe3oF+/cjjAAAAAIQq6uOAKxDH7u/vPfa3t3brdfrbbli7dsVCTunWnuI3XW/9p8Ng0n39yVgzoavqcX1VAAAAAFpD/3FAIPGB2HD14h88dH/+jMyn/rbj5//1TEtbpwRtOfq6297db2vzvf+4Q4KmkccBAAAAUCNO5QEuFh8X87XP3frle2/u6LZ9/5ePv/rOPo/XO5IRv/uTx+x9Tgnqduv3Is2R0qo7I675rEWCphkefvhhCQAAAADUwefncDicTmdSUpKAhRCYAAAQAElEQVReTw0BMFxGWtK6FQt67Y63Pzh8sPhMTmZacmLcFR7/6OOvVNU1m0zGorxsCSpmidEtvyViznqTwSRB/Xp6etzugQsfm/yMRqPBYBC7Lc5XBQAAABCqqI8DrsASYb771k3f+T93iaP/f/v9c0+++E6f47Llb8Wl58Ttjt1HKJFTj84G319/YN/5x+HvSGQcp+qHjPHsp6iPAwAAAKAi1McBI5cYH7tu5UKDQb9zz7EPD51ITIjLTE8e9pjv/uQxh9MlGh6PlxI5lXA7pF9/2tp4xld1zDNnvSkmiQ1dSLLZbNTHAQAAANAU6uOAkRCH/1s3rfrXB+9LS074n6df+/Uf/trZbVPufW7bzs7uHuVPSuRUwmSR5B7iIuN0tna2deGI+jgAAAAAKkJ9HDAG0VGWq5fPT4yP3Xv41LsfHjWbjLk503Q63W//9FLgwyiRU4/pC4yuPumT349KzzNICE3j6T9Ox49OAAAAANSg38/j8YjDmy6/wsJCcWwjARixnt6+v7zy3sHiM9kZqV6vr7GlfdgDIi0Rj/zDF6IiIyRMosPbXNMK9FlzjBI0pKGhwW63i0aUn8ViMZvNYrfF+aoAAAAAQtVHHswAuFhMdOQXPn3jN79wu73PcXEYJ/Q5nO9+eFTCZOnt7P/fr/Zu+0Xf67/iTGGcRx4HAAAAQI04lQcYszmF03vtjsvdSy9ykyk6UdfT4RON+lOeUx+4JcCPPA4AAACAGlEfB4zZo4+/4nRdNvqhRG6S3fTtyIgo3dYHI2evM0nQkPHsp8jjAAAAAKgR9XHAmBWXnrvyAyiRC54+2/BtV94y47eej73qVjO/MmjMePZT5HEAAAAA1Ij6OGBsvvuTxz7yMX0O5wf7iiVMtBM73L+913b0ddew4ZGxbNBwAfI4AAAAAGpEfRwwBs9t29nZ3TOSR76355jL7ZEwcepKPS98397b2f/O7x1OO1swXAl5HAAAAAA1oj4OGAORso3wkd223l37j0uYONlzjbPWGqWBazjoe9rJ47RvPPspowQAAAAA6kN9HMYsbFee5199Pzdnmtc3oF/88/m8ctNvoN0/NNA7cP/b7x9au2KB2UQyMGFu+IYlc5Zr/X0WiY3YR9HAjy7jeYv51AEAAABQI+rjMFqBx8bhGYXcsXW9NHrERmPjdkq7n3JefZc5Iur8xiouTbfuMxG8pFcmb94DX6Uw3OCTxwEAAABQIw5oMSryCtM/5MoPu+TB/+XuuvLwMYzC1Kdq6hM4w41l3pd+7Ohu8bmd3s1ftkzy1KUpXXZpgqYuDwwcHlapHHkcAAAAADWiPg4jp8RwR0ur6po65IEzspJn52bI7U6rfX/xOXmlMhj0m1fPVcbdfbi8t88pt+cXZmWlJ8rtmsb20rMN8igJcVErF+Ypo7y5q0RZP9csLYyJipDb4vFiLPmunIykufmZ8nBrr2PPkXJllOvXzleeau+xc902u3yXeLwYSx7e0NJ1/EytPFw8v5iKMso7e0u9Xp/cXrkoLyE2Sm6frmisqm+TR8lITVg4K1se3mN37j5cpkx90+q5RsNgV/IHT1S2d/bIdxXlTsvNSpGHN7dbj5ZWy8MjLeb1y4uUqb+775Tb45Xby+fnJidEy+2yqqaK2lZ5lPSU+MWzc+ThfU7X+wfOKFO/duUcs8kgtw+frGrtsMl35eekFsxIl4eLgeIueXiE2bhhxWxl6jsPnHa6Bq9BsWTO9LTkOLktJi1mQB4lJTFm2byZ8nC327tjX6kydbEgYnHkdvHp2sbWLvmumVnJsy61qogXatNlVpX89Oy+XoMpSjq23TNtbWdlc+OoVpUT5fViRZXvmp6ZPCdvcOqBq4q4/diaecpTiVXF2tMnt+cVZmUPrai1TR0ny+vlUWKjLVcvKVBG2f7hSSUOW7U4Pz4mUm6XnmuoaRhcUbOmJc4vyJKH23odH15mRd1/vKKzu1e+a3ZexozMZHm4eA3FKykPj46MWLssYEXdc9LrG5z6VQtyk+IHV5Xy6mbxfg1MOj1p8ZzpSiQnbsXchtaWn/7jAAAAAGgN9XEYIaUyrqGl81xNi8FgMBkHEh+D0WSKGAwgjGavXj8YA4ljaGW4oDcYdTr34MNMEcpdBqNZGUWnN1wwivJU/ocpd4mnUu4S7fNTd/UHjjJs6spdgU9lMNov+VTy/Ot0+qHlCpxh06Wn7tENm7qSx10wdVPg1B3nn+rCZRfPJWKTi0cxmsyXnLpHMgRO3Wi2mMzGi2fYGDh1kzPglddf+HIZdDrfJWb4MlOX9N7hU4+IuHjZL5y657JT1xuUVz4+NeKhFwfD08raFn3rpd+sC6YesHZdblUxOH0BK6p04St/fuqBq4oY+UqriqS7eOqBr3zgum1yS6NdUY2mvsutKuLN8vVf4s0STyWm2tTaGWkxud1u8YHV+0kh+DPMePZTOnZyAAAAANRArm/yeDziCK2rq6u7u7ugoEAcqknAFclrjs/nO1JadeRk1a0fW5GSGCcBULFXdxxMSYheUJRlNBrFdl7c6geiXl1oRXINDQ12u100ovwsFovZbDYMpMYfvSDUxwEAAABQI0oHMHJyHidIAELB9esXdXd2iB9gJH9ZnPjwhlwYN07kcQAAAADUiP7jMBJKz3HkcUAIEZ9Zl8slDZzlqhef3BD9AWY8+ym9BAAAAADqQ30cRk6O5GIiI9KT40xG6k4AtRMfWLfb7fF4vF7vR14WWbXGM89spwAAAACoEfVxGBVxYJwzLSF/ZkZEhEUCoG5yb6FGozGwsjXkrq86HtTHAQAAAFAj6uMAQJM8Xu+TL394oqJNOVM1DDf45HEAAAAA1Ij6OIwBMS4QWoadqRpaH+Hx7Kc4XxUAAACAGhGsYAyIcYEQ0n8hKdSMZ56pjwMAAACgRgQrGK3SiqYnXtrd1mmVAKheiGZwE4U8DgAAAIAaUR+H0WKdAUKC0WDYtHpuTmq0FMYfW/I4AAAAAGpEfRxGi3UGCBXpKfFRlpDvQo3+4wAAAABoDbVOGC3WGSDkhHSMPp5tDnkcAAAAADWi1gmjNS8/Y/HcXIslUgKgejo/KVxxvioAAAAANaLWCWNAjAuEhJKy2narU26HZzBHHgcAAABAjQhWMAbEuID6ebzekjN1bd2OUN/O038cAAAAAK0hWMEYEOMCIUTezofu1n48c059HAAAAAA1IljBaNU0dm7fdbzbZpcAqF6/n9KWwgz1cQAAAADUiPo4jJbN7mhut7o9HgmAihkNhrSk2EjTQDtsN/XUxwEAAABQI+rjMFqsM0Co2LxmfnZqlBTi6D8OAAAAgNZQH4fRYp0BMJnGs80hjwMAAACgRtQ6YbRSE2MWzs6JskRIAEJE2G7qyeMAAAAAqBG1ThittKTYrIxUC3kcoHot7dY+pzc6ejCMC8NUjjwOAAAAgBpRH4cxmJDV5rs//r3d7vj373/dYDjf5XplTcO//e4vovHA3Tcvnl8Q+PiHHv6tyWT86T9+5SOfuc/h2nOoZNPaZdIIPPivv8malvrQ390lYUhrW1dVfdNVi2ZLY3K6vOadXQcrahrjYqO/9/V7zWaTpHoTOM9v7TywbfuHX/nMLfPn5ElTyuP1vrPnZGpCZEpSnBTKW/vxzDnXcwAAAACgRtTHYQwmZLUpys32+nzVdU2BA0+frZEGDr+l0+eqA4fXN7U6Xe5ZeTkjeeZf/NfTew6ekDAmHV3WH/7qT2cr6qQx6bb2Pvr438T7mJgQm5ocHxJhXCjO8xiE7tae/uMAAAAAaA31cRgtu8Pt7HFlpJtNRoM0DgV52YdLyipqGvJmZCoDyyvr0lITzUZj2bnawAdXVjeK28L8EeVxTqeL02nHzOMWMenY44+6xlav17fh6iV33LRBChETO8/Xb1gh/kuq0e+ntKUwQ30cAAAAADWiPg6jVdXQvn13SbetVxqfWXnTB56ttlEZInKgiuqG/BlZeTOzWto6O7t7lLvEcHE7O3+6BHXzeDziNikhVgodoTjPIyf/6BK2m3rq4wAAAACoEfVxGK2JOrBPS02MjYmqrm1WhpRX1Hk83ln5OUaD8YO9x06VVV591QL5roraxsT42JTkBPnPA8dOHTtRXlvf0mvvS4iPnZ6Zdvdt15nNpsbmtkd+/YR4gIgLv/a9X65buehTt2wUfzqcrnd3Hzl6ory1vTM1OfHaqxcrzzz4/DUNz738XnNrR3JifFFBzo0bV8VER15uzq/8bH0O5wvbdpZX1op5EPM2t3DmHTdvMOgHy3Qe/NffXLV4ztIFRe/tOXK2sj49NWnxvILN66+qb2p9fcfes5V1UVGR161fvmboCeXOyL7/7c/vOXTixOnKLqutKC9ny8aVmempb76372hJeUeXtSA369O3XhcfF63MQ/HJs6/v2NfW2aXX6dOSE+/8+IaZORnyXZW1jf/26LP3fXKLwWDYc7CksqYxJipywZy827du0Ot1O/ccfeHVneJhHx4sEf+/8OmbliwoFAvy6tt7yipqu7pt8bHR2Zlpt994TXJS/MWvjHjxxVsgGi++/oH4f8dNGzZcvUT8ebz03Jvv7W9q7TAa9KlJibfffE3e9MGiyHPV9b/8/XOf/sTmoyfKxAsSFxv9jc/frrzRgc5W1b2z63BFVb2Y84KZWZ+4cX1SQpx8l1gnxfMfPHa6o9MaHWXJzky9+7aPiVmV7/3PP77Y2tH90Jc/JV6TM+dquqw9mekpt990Ta7/Nbl4nqelJf/2f/96w8ZVWzevVqb+H394oexc7W9//Pfyn9X1TW++u7+6rqmvz5WQEDM7f8Ynblgnn+h6cf9xV1j8K78d0vgYDYa7b15dXVkhhbjx7KcMDz/8sAQAAAAA6uDzc/glJyfr9ZzTg48mUg+x2jS2drV02GbnZ0VFjvec0Jq6ZhFAiNQswh9kiACoorrh05+4Li0lYfv7B0W6sWR+oeS/PsPLb+5aMDtvsf/Px57atn3nAbfbM7twRlJCrMhE6hpbXW7P3KKZkj+DqGtoiYyIuHbNUhFdidTP2mP/+X89fbz0bEZ60pyCmS3tnfuPlIrnlB8v0hMx7t6DJ0wm46J5Bc1tnafLq0Vqs3bFwkvO85WfTTR+8psnRaw2PXva/Nl5PT19JafPna2oW7l0rpwpiMmJZ9h3+OTsghlrVywoq6g7VHxaJERiiebNyhUzUFFdf+DIqcK8bJEMisefq6oXMVDJ6QqrzX7N6sUi4BsI5k5VVNU2tnZ0iSFGo1EkWTX1zauWzZPncPf+448//2a/r3/h3Pz0lMTquuZdB46LACjFn6CJae09dEJkQ6VnqpYvnCUeI17A0rKq3j6HmAERtYroUDxbTmba6mXzivKzIyMj/u13z4rXJDkhbsGcfFtP39mq+uKT5etWLTJctN0Qq4d4K5taOmYXTF+2cFZRfo5IUd/78MiTf90u6aQl84uS4mNFArXn4InsjLT01EQxRuzGfwAAEABJREFUSme3TbwaLW2d4k3MSEsW2YsIwi5+2XfsPvynZ98QWefCuQUicTtxumLf4VLxhFFRFnHvfz/5yu4DJQlxsSI91Bt0pWXVh4pPLRb3+lfRg8dOtbZ17TlUEh8bs3bVIkuEueTUucPHz4hgNNIScfE8e72+A0dPFeZmFwX0V7j/aGl7p/XGTQMJXUtrpwjRxG1OVlpBbnZTc7sIK5vbOpYumKW8ZcsXzU7zL+CVF//Kb4c0bm63u7ur0zRErC0i+BMbfJ2fFCJsNptYENEYw1JQHwcAAABAjaiPwxQSWcaRkrLyirqlC4skf31cRnpKtD9hEXnQGf+1HfzDB/qSm1UwcLLqqbLq4pNnVyyec98nt8j3tnd0iwjscPHp27deExsTdfPH1oh8x2KJEA35AS++ulM85tYt6zavXy4P+fVjz4uU5Orl88TkxJ+2HvvmdctvvWGdaLs9np//5zO1DS1NLe3TBuKh4a78bM+/8m5Hp/Xe2z+mpGPPbXvvg73Hdu0rXr96sTxEPOCL99wsojfRnp6Z/oNf/kkkMt984E6RwYkhItf755/9z4f7Swpzz4dB0RbLt//uLvnT2tVlPVxS1m3rffDLnxJ/itxH5KQiE2xr705JjhfDX3zjAzEn4t5Ii1kaCLx6fvn7vzz7yo5//tb9SsmV1dr7Lw/eL14u0RZz8qNf/rn4RPknb742NydDTGv3gePTs9LlF/B46bnmlo7AYrFnX94hIr8z5TUXXz90w9VLRAB39ES5WIqN/uvbNrd2vPTGrqxpqd/84p1yOtbW3vX/Hn32+W3viscol9bt6rb9y4OfS06Mky5FzMDfXv9ALN2DX74rzj/PZ6vqfvXfz7/01gcP3H2zeLtLTlWsXDLn3juul18isYaI0PalNz74wt03yc8ggrz1q1bIS7RsQVF8bNTrO/adPFMhsuCL5/n00Ip3OSLfFBmu8paJ/O4X//V08clzDqdLhH0XzPnIFv9yb4c0ccJ2U89vTQAAAADUiP7jMFrz8jPuvWVNymWik1GZ5b8+Q5X/Eqsiy6iuayryBxxCYV5Oj72vvqlVGuo8Ts7jUpPjRU6xZeNK5UmSk+KzM9KsPfZLrsten6/kdIWIcjatW6YMvOPmDZ/8+MaIoejEbDZtvW4wbDIZjYv9SVl7h3W0zyYymgPHTs3MyVDCOOHW69eKIObdPUeUIZGWCDmMk/wn7ZpNxqhIS+HQgotsSPzZ0tYVON2li4qUPCUrI1XcLh56hoEh0wZSxcaWdnH7oYiKXO4brl0ph3H+J4y5ds2S1rauk2cqlVFmF0yX0x8hJioyc1qKCPJEriRdhogglZf3ps1Xi/Bo3uwRVW/tOXhCvGgivlSqKVOSEzauXdrRZTt0/PT5+SmckXz5NeroyXJxu2XDyriheS6YmX3XrZtWLZ0v2rv2HRev4e03Xau8ROLlnVM0Q0Rsnd025UmuWjxbacvrUnunVRqHto7B90jEaiJg/cF3vjAsjJNGvvijfDtGJbCILAxTOerjAAAAAKgR9XGYQumpSSKGqKoZuKRD2blakQ7PGrpiQ1Fezru7D5dX1GVNS62saRQRmAiqJH+cIRea2fucp85Wl56uqKxtamnrlPylbSKXGTaJtrYup8s9LzM9cFUXzyn+K3+mJSeIGE75Uy7Qc7hcF8/wlZ+tpn6gL7zc6RmBo4iwLzszTSyd0+mOiBg4LVfp9UxmNBpjY6MCh5iMBqf/7DxFalJCwOMHLmsbHxdz/vH+pZZHaWkdeCnKKmrlKHNwtju6xW1TS/uCoYo2Jf2RyUGSy+2ONAw/B1lERSLREzljRW3jgtl582flFuXnXKFzvWGa2jrEbf7MzMCB+blZ4rauoXXlksEh8sm5l1PfOLAsw15Y5YTixtb2aanJw86ezpueeaqsura+RV5thLjY869YhFleXo80JiLa+2DvsadefFvEbSL4WzK/UC60vNgIF3/kb8dovfPhiUiTNDs3OrROUB1mPHNOHgcAAABAjaiPw9QqzM0+XnrO5+sXEZI46i7KHzxJUzT0el1FdcP6VYur65uWLzpf3PTGu/ve33Osx94nDdSamfNzsz1eb8dlap3sTqe4jbkw7xgmMIxT9I/+2Tq7Bqqx4i66Ny5m4MIC3baetIiBLsMuDg31uo84qc404lG6rAPXvd194PjFd7V3nX+J5CsPDHPJrYF45INfueu5V94tOVXx3odHxP9IS8SqZfNuu3H9SFKSrq4ekUIOm1x8zEA0Zg24RO/Fr0kgh3MgG42Ljb74rj6Rm7rcsbHD80H5wYGTkMPQQP2+MW79pmelf/2BO557+d3K2kbx//Ud+0Tqd/P1a1YsnjPskSNd/BG/HaMiPhctHbbUhMjAZwvFVG48LwV5HAAAAAA1oj4OYzCBq43chVx9U+vZyvoZ2dOUM/5EQDMja1pNQ0tNfZPH451dMFg3t2t/8Wvv7M3OSF2/elFhbk5BbpaYmV8/9vzl8riEuIHyqN7ePmkiXPnZ4vxXOLX22IcNt/YMJC8x0VfKBCdKvL/U7pH/+6XAy62OkwibvvyZW5xOd11TS01d8/b3D4pULibKcv21Kz9y3LjYKPHmOl3uiIDIqbunRxqqQxwJuRjQ1mMXUeCwu0QgazQabLbh74icdkWPuI4v0CVXbrfrgmK6gplZ3/vmZzq7e5qa28ur6nZ8cOjx595MSYzPm3FBKdyELP74yXlW4G34oP84AAAAAGpEfRxG6+S5xide2t02vr63FHIXcmcr6xqaW5U+1GRF+TntHV1nzg1czGF2wQx5oAjvxO0Dd99046bV4vFyMiifjykpK3NAoJIQF2MyGqvrmwPX9Mraxn/40aMf7CuWRunKz5aeMlD+VlHVEDiKy+2pb2xNSogb/+VoRyI5eeDM1vLK2sCBNQ3N27Z/KHfD99EujKOKT5797ydfae/ojogw5c/IunbN0m8+cIcYfqq8eiRPluqfn2GvybnKeslfZSaNjHxlWLmfQcXvnnj5h7/6s9frS0tObGrrsPc5Au+tqBmY4sycadLoGYwDGU7g2axiKk2t7cqf23ce+MPTr0r+vvnmFM34+MfW3Lb1GvFnaVnVsKeakMUfp34/pS2FGfI4AAAAAGpEfRxGa2LXGbkLuQNHT/l8/bPypgfeVZSXI9KDoyVl01KTlQ7LjIaB3tMCu1c7VHxa7rZfSRoMBoPL5R6aW+mqJXPa2rt27R9M39wez9vvH+y1O2ZOH3VYc+Vni4q0LJybX13ftO/wSWWUl97cJe5dsqBImhSrlsw1GPQvvbGrXc4oxWvlcj/38ntv7TwQFzOiAj2D/xVWXkCP13u89NzugyXKA/r8Z48q/bJd2erl88WLJl4Ee59THiJm7N3dR8xm0/zZedLIXLVotnjf33xvvxK6lVfUnS6vFjmdWNhVy+aKuf3rqzuVsEnM8Kmy6hnZ00Y4k8PI19WtqKr3+gavqPDWzv19jvP9CbZ32Y6eKBeTUIbIZ9QmJQyf3IQs/piJF23BrOyU+IFCvJBO4ug/DgAAAIDWUB+H0ZrwdaZgZpZIN0Swkp97wbl+BXnZYmBdY6vSc7/kv3TmqfLqX/znM7OLZmSlp4ho7MiJMrPJ6HJ7RFgjnxWYGBd7rrpePGbB3Lwt1668dcva6tqm51559/ips2kpSSdOVXR0WdeuXDg9cywFSld+tk9+fGNTa8eTf91+sPh0ZnrKuar6mvrm3OmZWzevliZFWmrinTdd+/y2937626fmzcpNTow7XFImXqVbt6xLSU4YyTPERkeKHEe8I+1d1uuvWbF4XmFGWrLIHDs7rclJ8R6vb8/BEvE637hpREuUk5l2y5Z1L7+5+5Ff/3n+7Hyn03XyTIV4s+7/1I0jvyiEmO4dN28Qr/kjv358wZz8rm7bidOVItK6c+u14t5r1yw7V92w/+ipusa2wrzs5rYOkZTFxUZ99s4t0pjEREXOLZpZWlb1Lz/7n/lz8kUwJwLf/BlZYqWSH/Cx9csPHCl97OltVy+fL16KbluvSGCzpqWuWDpXCsLij8eCopzqygopxNF/HAAAAACtoT4OU64gN1ukP7k5mcOuq2DQ68XAs1V1ykVXJf9VNds6unfsOiSCsJOnK2ZkZ9x6w3q9TvfX194X4Zd82Ydbb1j7+8dfqWtsmZaeJP6MirR852t37/jgUMmpir0HT4hY6rYb11+7Zqk0Jld+toS4mH/8xn3vfHBQBEYfHjiekZ5yx00b1q9arNdP3gdNhIN5MzPf3X3kbFV9yalz2Rlpn7z5WhEwjXB0kXOJJfrr6++LJLTTahOR6Jc/8/GnXnz70PEz4t5pqcnLFs7avG7ZCNM9YfO65YW52e/uOlxSelan1y2Ynb/5muWZl7kg6WUXasXC6dnp735w+NiJcrHVErHsrdeLhHHgPFaxDfviPTeLAPTA0dK9h0/Ex8Vcd81Vm9YtE7GaNFaf/eQNT724XbzFR46fKcrPuf+uG/YeOqnkcSIf/NJnPv7syzt27jkqXh8Rxd6wcdXGtcvk4s1gLP74he2mXsePTgAAAADUQO5LyOPxuN3uLr/CwkLDpQ4jAYW82ni9XrHadHTZXF5JJE0mI6sNoGp2e29NVWVUVFRkZKTFYomIiDCZTGKDr/OTQkRDQ4PdPnCZlCg/sSBms3mES0F9HAAAAAA1oj4OoxUdaU6IsBDGAerX0m61OzxR/p4DQyuDCzSe2eZ6DgAAAADUiFN5MAbEuID6ebzed/acrG3tDfUPLP3HAQAAANAaghWMATEuEELC+QNLfRwAAAAANSJYwWi1dvaUlNXa+5wSANWTO38MbIQV8jgAAAAAakR9HEarpcNWfKrG7iCPA0KAvJEP6SSO/uMAAAAAaA31cRgtMlwgJBgNhrtvXl2UHSeFOPqPAwAAAKA1ZCsYLTJcAKGCPA4AAACAGpGtYLSiLeb05DiTkeNcIGSE7U8vbKcAAAAAqBH1cRitmVnJhXlZFkukBED1dH5SKKP/OAAAAABaQ30cxoAYF1A/j9f79La9Z2q75T9DN5ij/zgAAAAAWkOwgjEgxgUQEsjjAAAAAKgRwQrGgBgXCDn9flKY4XxVAAAAAGpEsILRKq1oeuKl3W2dVgmA6vUPkUIW/ccBAAAA0Brq4zBarDNASDAaDJtWz81JjZZC3Hi2OeRxAAAAANSI+jiMFusMECrSU+KjLGHdhRr9xwEAAABQI2qdMFqsM0DICdsYnTwOAAAAgBpR64TRmpefsXhursUSKQFQPZ2fFMroPw4AAACA1lDrhDEgxgVCQklZbbvVKbdDN5ij/zgAAAAAWkOwgjEgxgXUz+P1lpypa+t2hPN2nvNVAQAAAKgRwQrGgBgXCCHydj48t/bUxwEAAABQI4IVjFZNY+f2Xce7bXYJgOr1+yltKQSNZz9FfRwAAAAANaI+DqPV0+dsbre6PR4JgIoZDYa0pFiLMYV9mV0AAAqVSURBVOSL4+g/DgAAAIDWUB8HAFp13doF09NjNHCJ1TGjPg4AAACAGlEfh9G6+LD+jfeP+LyDK9LqpUVJCbFyu/RsbWVNi9zOTE9cMi9PbvfanTv3nVBGv/6axUaDQW7vP1be1mGV27PyswpmTJPbjS2dR05UyO1Ii3nj1QuU0d/+sNjlHCzWu2pxQVpSvNwuq2wor2yU2+mpCcsX5Mtth9O948Pjyuib1iy0RJjk9qGSc82tXXK7MDejKDdTbrd0dB88dlZumyOM161ZpIz+7p6SPodLbi9dkJeRmii3z1Y3nTlXL7dTkuJWLi6U226Pd/sHx5TRN6yaHx0VIbePnqxoaO6U23nT0+cUZMvtji7b3iNlcltv0N1wzVJl9A/2n7T1OuT24rm5WdOS5HZlbUtpea3cToyPuXrZLGWU1949rLTXr5gbGxMpt4+frqptaJfb07NSFsyaIbe7rb27D51WRtm6cZnSFsPFvXJ7/qzpM7JS5XZtY/vxU1VyWzy/mIoyyus7j/T7BleVq5fPSoyLkdsny2uragdXFbEUYlnktlg6sYyXnPreo2UdnTa5LV4r8YrJbfEaildSbkdFRly7er4yylu7jnncXrm9cklhSmKc3D5TUX+2qkluZ6QlLp0/uKKKd1a8v8rom9cuijAPxjsHj59taeuW24V5mUUzM+R2c1vXoePn5LbFYtp09UJl9B17jjscbrm9fGF+ekqC3C6vaiyraJDbqclxKxYNriout+ftXcXK6GJBxOLIbfFZEJ8IuZ0/Y9rs/Cy53dZp3X+0XG4bTYbr1y0WDb1+oERMN0QKM+RxAAAAANSI+jiMlkhT4qItrt6uyo5mp9Pp8Xjqm9qVmK6kpCQ2cvAQuK7d0dI1mFU57DafvVVe3xxuX2Nrj/KERw8fMugHR69q6LX1DSYmkrfX2lojN7t6PY2tgz3WmY26wwf3K6tuXYPV6xsc40TJiYTowXCtocPR1Dk49d5eq87RJo/i9vY3ttrOT/3IoQjTYBpY2Wjvtg9Ge/0ee097ndwWA5WpG/RS4NRrG2zuoSyy9GRpY8zg1Ju6nI3tTrlts3Ub3R3yKJ4Lp15cfNRiGjyjrrLJ3tk7OHWvq7evazCj6enzNrYOxl7iOQKnXl1nc3oGp24+5WiuG5x6S8DUu63dEb4ueRQRvze2WgOmfiwqYnDZq1v62m2DaZHLYXPbmgdfOsf5qQsXTL22p881+NIb+/vaGyvldpvV1dg6mBJ2dnUd1tmUURqauqWhdknx8ZihVaWmta/NOjh1sap4e1sGVxXXBavKgf37jIbBl6u6vrfHMbiq6L32rpZqud1hOz91/6rSq0y9vtE6FAZKJcdL4odWlfp2R/PQimrvtfX3Da6oLs8Fb9axI4dMxsGpVwSsqP3u3p62wfQzcFUxGXTDVhXP0Kpy8sTJ+qFVpbHT2dgx+Gb19FgNrkuvKseLj5qVqTfZuwJWFXvnYPJr6zs/dZ2u/8TxY0aj0Ww2GwwGkcqFbiQ3nnnW8aMTAAAAADWQ+/YWGYrb7e7yKywsNAxVJwGXJK82Xq9XrDkul0usPA6Hw+Un2mK4z+eThsotLz54vvLwi++63PAxPFUwph5yM8zUNTn1K4wiDxRhnMlkEnmcxU80xJ9ioJzNSaGjoaHBbh/IGaP85GURu62RxIvUxwEAAABQo1CslcBUEWuLOJIXh8EifRMH9nIWIA7v5TwusAwlcL0a7fAxjDKsAmYSRmHqUzXDrCojGUUOqsRHVa6PU0rkQi6JGz/yOAAAAABqNOxgD7gc5WQ3OZITR/hyAY4cxgXmcfIB/9AJkv2XGy5dVPgjbi83fNgoI3mqMYwywqdSXo2wnXqQ3iztrSpTNXVpKD2XS+SMfnJBmRRmyOMAAAAAqFEYHp5hDOQIQAnjpKFISAwMDOOGBQpKNBA4XLpioDDmUSbwqUJu6lP7yn/kKOE8dWmKVhWZ/GmVUzk5jwvR+rjxzDN5HAAAAAA1Cjx4A65MzuDkKhv5IF9O4hTKw6RLpQlSQIon/xmMUZj6FZ5KGnHJ1finroGXK6SnLg/RDwkM40Iukgtc0tEijwMAAACgRiF3YIapIh/ti0P6/qFCOSWDCwzjlAcr7WGpwSWHj3MUpj4hTxW8UaZ26lK4vlm6IcrFVaXw2+aTxwEAAABQo/HUHSDc6IbOWr24eGeEAYQ0gmxi/KMwdWmKph5yM6ztqSsBnC7ghFYpzJDHAQAAAFCjMDw8w3johs55DOcjfCDkhPTndDwzTx4HAAAAQI2oj8MYkMEBmDT0HwcAAABAawhWAABaRR4HAAAAQI2ojwMAaBV5HAAAAAA1oj4OAKBm9B8HAAAAQGuojwMAqBn9xwEAAADQGurjAABaRR4HAAAAQI2ojwMAaBV5HAAAAAA1oj4OAKBm9B8HAAAAQGuojwMAqBn9xwEAAADQGurjAABaRR4HAAAAQI2ojwMAaBV5HAAAAAA1oj4OAKBm9B8HAAAAQGuojwMAqBn9xwEAAADQGurjAABaRR4HAAAAQI2ojwMAaBV5HAAAAAA1oj4OAKBm9B8HAAAAQGuojwMAqBn9xwEAAADQGurjAABaRR4HAAAAQI2ojwMAaBV5HAAAAAA1oj4OAKBV5HEAAAAA1Ij6OACAVpHHAQAAAFAj6uMAAGrG9VUBAAAAaA31cQAANeP6qgAAAAC0hvo4AIBWkccBAAAAUCPq4wAA6qcbMqqxyOMAAAAAqIhySCMaLS0t6qmSE3OiRIRyW7mVBwa2VUjD88+7MGnCav5VuCyB83zxEN6FyTFs/gPDuFHNKnkcAAAAAHURhzQGg0Gv19tsNp/PJ4bItxdHMOO/lcYnSPMz5nmb8PlR82ul5rnS5LzxWqlq3qTxCdL8qHneJnx+xE5KfoC8wxrthMjjAAAAAKiLOKqJjIwUtw4/p9Pp8Xi8Xq+cygEAMLVEACdiOJPJZDab5TxOjuRGnsqRxwEAAABQEXEwIx/YGI1GcagjMjgxRORxPj+JfuUAAFNHTtyU/ZTI48SuSjTkISN/HvI4AAAAAGqhG2IwGMThjRy9ibZcHEcSBwBQA/mnI6OfnMeJXZWyCxvJM5DHAQAAAFAFpV8e+TwgOX0Tba9fv58EAMBUU0q55V+P5DxO6UVuJJEceRwAAAAAFVHq46ShME6ujCOMAwCohxzJ6YYuQDTaqzro2KsBAAAAUA/5CEXcKjGcQgIAQB10FxpVcZxEHgcAAABAbZRITr7lmAUAoE5Kh3GjCuMkzlcFAAAAoDaBxzNym0gOAKAqF0dvIw/jJOrjAAAAAIQEjlwAAOoxqvTtYtTHAQAAAAgB4zzyAQBAPcjjAAAAAAAAgMlDHgcAAAAAAABMHvI4AAAAAAAAYPKQxwEAAAAAAACThzwOAAAAAAAAmDzkcQAAAAAAAMDkIY8DAAAAAAAAJg95HAAAAAAAADB5yOMAAAAAAACAyUMeBwAAAAAAAEwe8jgAAAAAAABg8pDHAQAAAAAAAJOHPA4AAAAAAACYPORxAAAAAAAAwOQhjwMAAAAAAAAmD3kcAAAAAAAAMHnI4wAAAAAAAIDJQx4HAAAAAAAATB7yOAAAAAAAAGDy/P8AAAD//7LYFs0AAAAGSURBVAMAf2USwCiyYAwAAAAASUVORK5CYII="/>
</p:tagLst>
</file>

<file path=ppt/theme/theme1.xml><?xml version="1.0" encoding="utf-8"?>
<a:theme xmlns:a="http://schemas.openxmlformats.org/drawingml/2006/main" name="Retrospect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1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BEA84D8D-145D-4E20-BCC1-6CDC47C832CD}">
  <we:reference id="wa200006214" version="2.1.0.0" store="en-US" storeType="OMEX"/>
  <we:alternateReferences>
    <we:reference id="wa200006214" version="2.1.0.0" store="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27FEB070-D65E-4564-ADE6-CABE41E52393}">
  <we:reference id="wa200010001" version="1.0.0.1" store="en-US" storeType="OMEX"/>
  <we:alternateReferences>
    <we:reference id="WA200010001" version="1.0.0.1" store="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2660</TotalTime>
  <Words>273</Words>
  <Application>Microsoft Office PowerPoint</Application>
  <PresentationFormat>Widescreen</PresentationFormat>
  <Paragraphs>42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Retrospect</vt:lpstr>
      <vt:lpstr>Etch-AI-Sketch 🎨</vt:lpstr>
      <vt:lpstr>Copilot’s V1 Design (using GPT 5.4 Thinking)</vt:lpstr>
      <vt:lpstr>Etch-AI-Sketch 🎨</vt:lpstr>
      <vt:lpstr>Etch-AI-Sketch 🎨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Jamie Hill</dc:creator>
  <cp:lastModifiedBy>Jamie Hill</cp:lastModifiedBy>
  <cp:revision>1</cp:revision>
  <dcterms:created xsi:type="dcterms:W3CDTF">2026-03-10T20:25:31Z</dcterms:created>
  <dcterms:modified xsi:type="dcterms:W3CDTF">2026-03-16T18:04:38Z</dcterms:modified>
</cp:coreProperties>
</file>