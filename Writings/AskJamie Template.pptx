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1463040" cy="1028700"/>
          </a:xfrm>
          <a:prstGeom prst="rect">
            <a:avLst/>
          </a:prstGeom>
          <a:solidFill>
            <a:srgbClr val="007C84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1028700"/>
            <a:ext cx="1463040" cy="1028700"/>
          </a:xfrm>
          <a:prstGeom prst="rect">
            <a:avLst/>
          </a:prstGeom>
          <a:solidFill>
            <a:srgbClr val="76B2BA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2057400"/>
            <a:ext cx="1463040" cy="1028700"/>
          </a:xfrm>
          <a:prstGeom prst="rect">
            <a:avLst/>
          </a:prstGeom>
          <a:solidFill>
            <a:srgbClr val="F5EAD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3086100"/>
            <a:ext cx="1463040" cy="1028700"/>
          </a:xfrm>
          <a:prstGeom prst="rect">
            <a:avLst/>
          </a:prstGeom>
          <a:solidFill>
            <a:srgbClr val="D5BA9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4114800"/>
            <a:ext cx="1463040" cy="1028700"/>
          </a:xfrm>
          <a:prstGeom prst="rect">
            <a:avLst/>
          </a:prstGeom>
          <a:solidFill>
            <a:srgbClr val="69584C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74320"/>
            <a:ext cx="7132320" cy="4594860"/>
          </a:xfrm>
          <a:prstGeom prst="rect">
            <a:avLst/>
          </a:prstGeom>
          <a:solidFill>
            <a:srgbClr val="FDFBF7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mages/askjami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AskJamie™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92024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AI Helpdesk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4008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Subtitle, date, or context — customize this line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828800" cy="45720"/>
          </a:xfrm>
          <a:prstGeom prst="rect">
            <a:avLst/>
          </a:prstGeom>
          <a:solidFill>
            <a:srgbClr val="D5BA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C8E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 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clear sentence to introduce this section. AskJamie style: steady pacing, no jargon.</a:t>
            </a:r>
            <a:endParaRPr lang="en-US" sz="1500" dirty="0"/>
          </a:p>
        </p:txBody>
      </p:sp>
      <p:pic>
        <p:nvPicPr>
          <p:cNvPr id="6" name="Image 0" descr="/home/claude/images/askjami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3434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main content. AskJamie's voice is calm, methodical, and human-first — break down concepts in plain language.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steps or branches: "If this is true, go here; if not, let's pivot." The sidebar card is for key takeaways or diagrams.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834640" cy="2560320"/>
          </a:xfrm>
          <a:prstGeom prst="rect">
            <a:avLst/>
          </a:prstGeom>
          <a:solidFill>
            <a:srgbClr val="F6F2EE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097280"/>
            <a:ext cx="54864" cy="2560320"/>
          </a:xfrm>
          <a:prstGeom prst="rect">
            <a:avLst/>
          </a:prstGeom>
          <a:solidFill>
            <a:srgbClr val="D5BA9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insight, diagram reference, or decision checkpoint. Place it here for emphasis.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6F2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askjamie.bot</a:t>
            </a:r>
            <a:endParaRPr lang="en-US" sz="900" dirty="0"/>
          </a:p>
        </p:txBody>
      </p:sp>
      <p:pic>
        <p:nvPicPr>
          <p:cNvPr id="11" name="Image 0" descr="/home/claude/images/askjami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572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This, Then That — Decision Layout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DFBF7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3017520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first option, branch, or approach. AskJamie walks through the logic step by 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FDFBF7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54864" cy="3017520"/>
          </a:xfrm>
          <a:prstGeom prst="rect">
            <a:avLst/>
          </a:prstGeom>
          <a:solidFill>
            <a:srgbClr val="D5BA9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95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7492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alternative. Match the structure so the audience can compare at a glance.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AskJamie™ — Friendly AI Helpdesk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C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11980"/>
            <a:ext cx="9144000" cy="182880"/>
          </a:xfrm>
          <a:prstGeom prst="rect">
            <a:avLst/>
          </a:prstGeom>
          <a:solidFill>
            <a:srgbClr val="76B2B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94860"/>
            <a:ext cx="9144000" cy="182880"/>
          </a:xfrm>
          <a:prstGeom prst="rect">
            <a:avLst/>
          </a:prstGeom>
          <a:solidFill>
            <a:srgbClr val="F5EA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182880"/>
          </a:xfrm>
          <a:prstGeom prst="rect">
            <a:avLst/>
          </a:prstGeom>
          <a:solidFill>
            <a:srgbClr val="D5BA9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69584C"/>
          </a:solidFill>
          <a:ln/>
        </p:spPr>
      </p:sp>
      <p:pic>
        <p:nvPicPr>
          <p:cNvPr id="6" name="Image 0" descr="/home/claude/images/askjami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Let's think it through.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B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articulate, architected AI persona — clarity, confidence, and calm.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B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askjamie.bot  ·  contact@askjamie.bot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AskJamie™ Brand Template</dc:title>
  <dc:subject>PptxGenJS Presentation</dc:subject>
  <dc:creator>AskJamie™</dc:creator>
  <cp:lastModifiedBy>AskJamie™</cp:lastModifiedBy>
  <cp:revision>1</cp:revision>
  <dcterms:created xsi:type="dcterms:W3CDTF">2026-03-22T13:51:28Z</dcterms:created>
  <dcterms:modified xsi:type="dcterms:W3CDTF">2026-03-22T13:51:28Z</dcterms:modified>
</cp:coreProperties>
</file>