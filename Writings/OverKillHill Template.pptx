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1645920" cy="1028700"/>
          </a:xfrm>
          <a:prstGeom prst="rect">
            <a:avLst/>
          </a:prstGeom>
          <a:solidFill>
            <a:srgbClr val="1C3A3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028700"/>
            <a:ext cx="1645920" cy="1028700"/>
          </a:xfrm>
          <a:prstGeom prst="rect">
            <a:avLst/>
          </a:prstGeom>
          <a:solidFill>
            <a:srgbClr val="676A2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057400"/>
            <a:ext cx="1645920" cy="1028700"/>
          </a:xfrm>
          <a:prstGeom prst="rect">
            <a:avLst/>
          </a:prstGeom>
          <a:solidFill>
            <a:srgbClr val="A06E2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3086100"/>
            <a:ext cx="1645920" cy="1028700"/>
          </a:xfrm>
          <a:prstGeom prst="rect">
            <a:avLst/>
          </a:prstGeom>
          <a:solidFill>
            <a:srgbClr val="5B3A2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4114800"/>
            <a:ext cx="1645920" cy="1028700"/>
          </a:xfrm>
          <a:prstGeom prst="rect">
            <a:avLst/>
          </a:prstGeom>
          <a:solidFill>
            <a:srgbClr val="2A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434072" y="0"/>
            <a:ext cx="64008" cy="5143500"/>
          </a:xfrm>
          <a:prstGeom prst="rect">
            <a:avLst/>
          </a:prstGeom>
          <a:solidFill>
            <a:srgbClr val="C46A2C"/>
          </a:solidFill>
          <a:ln/>
        </p:spPr>
      </p:sp>
      <p:pic>
        <p:nvPicPr>
          <p:cNvPr id="8" name="Image 0" descr="/home/claude/images/ok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1005840" cy="1005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6A2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OverKill Hill P³™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92024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Protocol · Promptcraft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Presentation Title Goes Here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4008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Subtitle, context, or forge date — customize this line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4023360"/>
            <a:ext cx="2286000" cy="45720"/>
          </a:xfrm>
          <a:prstGeom prst="rect">
            <a:avLst/>
          </a:prstGeom>
          <a:solidFill>
            <a:srgbClr val="E6A03C"/>
          </a:solidFill>
          <a:ln/>
        </p:spPr>
      </p:sp>
      <p:pic>
        <p:nvPicPr>
          <p:cNvPr id="14" name="Image 1" descr="/home/claude/images/okh-senti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229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6A0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6A0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Section Title Here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gets road-tested. Set the context for this section's protocols.</a:t>
            </a:r>
            <a:endParaRPr lang="en-US" sz="1500" dirty="0"/>
          </a:p>
        </p:txBody>
      </p:sp>
      <p:pic>
        <p:nvPicPr>
          <p:cNvPr id="6" name="Image 0" descr="/home/claude/images/ok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3434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232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2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3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content. OverKill Hill's voice is structured, technical, and honest — protocols over platitudes.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3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messy reality: inputs, outputs, failure modes, and escape hatches. The dark callout card is for the protocol checkpoint or key metric.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097280"/>
            <a:ext cx="283464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0" y="1097280"/>
            <a:ext cx="2834640" cy="54864"/>
          </a:xfrm>
          <a:prstGeom prst="rect">
            <a:avLst/>
          </a:prstGeom>
          <a:solidFill>
            <a:srgbClr val="E6A03C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A0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Protocol Check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8288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metric, decision gate, or structural insight. Place the anchor datum here.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overkillhill.com</a:t>
            </a:r>
            <a:endParaRPr lang="en-US" sz="900" dirty="0"/>
          </a:p>
        </p:txBody>
      </p:sp>
      <p:pic>
        <p:nvPicPr>
          <p:cNvPr id="11" name="Image 0" descr="/home/claude/images/ok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5720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32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Protocol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0175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E6A0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A0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Approach 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first protocol, architecture, or system option. Be direct — state the tradeoffs.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017520"/>
          </a:xfrm>
          <a:prstGeom prst="rect">
            <a:avLst/>
          </a:prstGeom>
          <a:solidFill>
            <a:srgbClr val="181F2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C46A2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A2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Approach 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alternative. Mirror the structure so the audience reads tradeoffs at a glance.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Hill P³™ — Precision · Protocol · Promptcraft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29100"/>
            <a:ext cx="9144000" cy="182880"/>
          </a:xfrm>
          <a:prstGeom prst="rect">
            <a:avLst/>
          </a:prstGeom>
          <a:solidFill>
            <a:srgbClr val="1C3A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11980"/>
            <a:ext cx="9144000" cy="182880"/>
          </a:xfrm>
          <a:prstGeom prst="rect">
            <a:avLst/>
          </a:prstGeom>
          <a:solidFill>
            <a:srgbClr val="676A2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94860"/>
            <a:ext cx="9144000" cy="182880"/>
          </a:xfrm>
          <a:prstGeom prst="rect">
            <a:avLst/>
          </a:prstGeom>
          <a:solidFill>
            <a:srgbClr val="A06E2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77740"/>
            <a:ext cx="9144000" cy="182880"/>
          </a:xfrm>
          <a:prstGeom prst="rect">
            <a:avLst/>
          </a:prstGeom>
          <a:solidFill>
            <a:srgbClr val="5B3A2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A2320"/>
          </a:solidFill>
          <a:ln/>
        </p:spPr>
      </p:sp>
      <p:pic>
        <p:nvPicPr>
          <p:cNvPr id="7" name="Image 0" descr="/home/claude/images/okh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45720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A0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Let's build something enduring.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forge for protocol-driven power prompts and custom GPT systems.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overkillhill.com  ·  sales@overkillhill.com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E6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Protocol · Promptcraft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OverKill Hill P³™ Brand Template</dc:title>
  <dc:subject>PptxGenJS Presentation</dc:subject>
  <dc:creator>OverKill Hill P³™</dc:creator>
  <cp:lastModifiedBy>OverKill Hill P³™</cp:lastModifiedBy>
  <cp:revision>1</cp:revision>
  <dcterms:created xsi:type="dcterms:W3CDTF">2026-03-22T13:51:28Z</dcterms:created>
  <dcterms:modified xsi:type="dcterms:W3CDTF">2026-03-22T13:51:28Z</dcterms:modified>
</cp:coreProperties>
</file>