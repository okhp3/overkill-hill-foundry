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1280160" cy="857250"/>
          </a:xfrm>
          <a:prstGeom prst="rect">
            <a:avLst/>
          </a:prstGeom>
          <a:solidFill>
            <a:srgbClr val="F6F2E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857250"/>
            <a:ext cx="1280160" cy="857250"/>
          </a:xfrm>
          <a:prstGeom prst="rect">
            <a:avLst/>
          </a:prstGeom>
          <a:solidFill>
            <a:srgbClr val="F3B932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1714500"/>
            <a:ext cx="1280160" cy="857250"/>
          </a:xfrm>
          <a:prstGeom prst="rect">
            <a:avLst/>
          </a:prstGeom>
          <a:solidFill>
            <a:srgbClr val="D35B2D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2571750"/>
            <a:ext cx="1280160" cy="857250"/>
          </a:xfrm>
          <a:prstGeom prst="rect">
            <a:avLst/>
          </a:prstGeom>
          <a:solidFill>
            <a:srgbClr val="9E3B2E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3429000"/>
            <a:ext cx="1280160" cy="857250"/>
          </a:xfrm>
          <a:prstGeom prst="rect">
            <a:avLst/>
          </a:prstGeom>
          <a:solidFill>
            <a:srgbClr val="2D6F7E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4286250"/>
            <a:ext cx="1280160" cy="857250"/>
          </a:xfrm>
          <a:prstGeom prst="rect">
            <a:avLst/>
          </a:prstGeom>
          <a:solidFill>
            <a:srgbClr val="0D2B3A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74320"/>
            <a:ext cx="7315200" cy="4594860"/>
          </a:xfrm>
          <a:prstGeom prst="rect">
            <a:avLst/>
          </a:prstGeom>
          <a:solidFill>
            <a:srgbClr val="FFFDFA"/>
          </a:solidFill>
          <a:ln/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pic>
        <p:nvPicPr>
          <p:cNvPr id="9" name="Image 0" descr="/home/claude/images/gle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188720" cy="1188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0" y="640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F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Glee‑fully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0116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Personalizable Tools™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21031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6F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Title Goes Here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640080" y="3291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date line — customize this text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4023360"/>
            <a:ext cx="1828800" cy="54864"/>
          </a:xfrm>
          <a:prstGeom prst="rect">
            <a:avLst/>
          </a:prstGeom>
          <a:solidFill>
            <a:srgbClr val="D94F6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94F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94F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F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Title 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context for this section — a sentence or two to set the stage.</a:t>
            </a:r>
            <a:endParaRPr lang="en-US" sz="1500" dirty="0"/>
          </a:p>
        </p:txBody>
      </p:sp>
      <p:pic>
        <p:nvPicPr>
          <p:cNvPr id="6" name="Image 0" descr="/home/claude/images/gle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34340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4F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F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primary content. Glee-fully's voice is warm, playful, and organized — technology that feels like friendship, not friction.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paragraphs short. Each slide should communicate one key idea. The callout card on the right is perfect for a key stat, quote, or spotlight.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097280"/>
            <a:ext cx="2834640" cy="2377440"/>
          </a:xfrm>
          <a:prstGeom prst="rect">
            <a:avLst/>
          </a:prstGeom>
          <a:solidFill>
            <a:srgbClr val="FFF7F1"/>
          </a:solidFill>
          <a:ln w="12700">
            <a:solidFill>
              <a:srgbClr val="FFE7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F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compelling stat, pullquote, or spotlight fact here to anchor the audience's attention.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6F2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glee-fully.tools</a:t>
            </a:r>
            <a:endParaRPr lang="en-US" sz="900" dirty="0"/>
          </a:p>
        </p:txBody>
      </p:sp>
      <p:pic>
        <p:nvPicPr>
          <p:cNvPr id="10" name="Image 0" descr="/home/claude/images/gle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5720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F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or Dual Topics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7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2D6F7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F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first option, approach, or concept here. Keep it concise — this is a comparison slide.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7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D94F6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F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second option. Mirror the structure of Topic A for visual balance.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FD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Glee‑fully Personalizable Tools™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29100"/>
            <a:ext cx="9144000" cy="182880"/>
          </a:xfrm>
          <a:prstGeom prst="rect">
            <a:avLst/>
          </a:prstGeom>
          <a:solidFill>
            <a:srgbClr val="F3B9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11980"/>
            <a:ext cx="9144000" cy="182880"/>
          </a:xfrm>
          <a:prstGeom prst="rect">
            <a:avLst/>
          </a:prstGeom>
          <a:solidFill>
            <a:srgbClr val="D35B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94860"/>
            <a:ext cx="9144000" cy="182880"/>
          </a:xfrm>
          <a:prstGeom prst="rect">
            <a:avLst/>
          </a:prstGeom>
          <a:solidFill>
            <a:srgbClr val="9E3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77740"/>
            <a:ext cx="9144000" cy="182880"/>
          </a:xfrm>
          <a:prstGeom prst="rect">
            <a:avLst/>
          </a:prstGeom>
          <a:solidFill>
            <a:srgbClr val="2D6F7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2B3A"/>
          </a:solidFill>
          <a:ln/>
        </p:spPr>
      </p:sp>
      <p:pic>
        <p:nvPicPr>
          <p:cNvPr id="7" name="Image 0" descr="/home/claude/images/gle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B9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6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design made human — a joyful suite of custom GPT Tools built with heart.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B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glee-fully.tools  ·  contact@glee-fully.tools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Glee-fully Brand Template</dc:title>
  <dc:subject>PptxGenJS Presentation</dc:subject>
  <dc:creator>Glee-fully Personalizable Tools™</dc:creator>
  <cp:lastModifiedBy>Glee-fully Personalizable Tools™</cp:lastModifiedBy>
  <cp:revision>1</cp:revision>
  <dcterms:created xsi:type="dcterms:W3CDTF">2026-03-22T13:51:27Z</dcterms:created>
  <dcterms:modified xsi:type="dcterms:W3CDTF">2026-03-22T13:51:27Z</dcterms:modified>
</cp:coreProperties>
</file>